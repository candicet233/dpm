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FFFF00"/>
    <a:srgbClr val="FFFFFF"/>
    <a:srgbClr val="CCFF99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8F66-4516-3172-4E11-2EE110851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31189-588F-626B-287D-68BBCE83C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9518B-B4B4-BEA5-C700-DFFA2EC5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5FC74-F628-578D-1E1E-F418157D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00705-9DC3-810F-46AF-025696E8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6EF6-54F7-BB88-6C4E-C3E11A93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933B3-5DDF-B141-CB41-C21B829C1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7169-9227-5139-D6AD-B9AD21CB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7E4F-2A8D-1884-6993-61E1483C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467F6-3E74-378D-7790-42F4C109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0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6915-24DE-969A-86C9-C53943B9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2ED3-4008-CFEF-E476-07CFCF4ED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402C-7364-59DF-EAEB-FA7F3462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C0ED4-3920-9EA9-7D87-2A9A1350C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01E5C-C94B-1E44-E80A-D7F2C91B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0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628C-1DAD-9BA0-536C-3C288FC1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251C6-7DC2-88C1-A7B6-36885DE32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543DF-88D8-EFB7-BC30-6B48DAC50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69428-5E3F-DE8B-E388-13517D35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DCFC6-2785-89AF-EFBC-0F38189C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2F346-5973-1DE3-9616-8E7EA258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3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5B2A-3146-1736-9530-9DE497FC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A0C1D-D306-14FD-E485-086AE8325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194A0-5793-5510-D7D9-B84A8C17E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8655A-B7D5-2B59-10FA-4DB162B87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64D5A-CF33-4A9B-11D9-A3789E0D6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9F307-7655-5481-B0AD-5B9F6D64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94592-320B-5811-CD1C-C141927C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924C3-A72F-CD07-5180-36A41F2F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4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CA89-3D06-CB45-A6C7-206AC4E0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39A76-FDDB-1B68-549C-F88314FC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53A49-45E1-7570-5B9F-D0150C96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C6624-97CA-5DD1-5448-E12C9C7D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5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B7C5F-B3B0-48EA-DB23-F720EE68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52023-7257-F31B-5C90-EE432208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AD8C4-1806-8EE4-4B73-0AB857E5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51AC-9541-5DF2-AF4B-3133B266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EAB1D-A452-0210-8C5F-FB6935A9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DE232-447F-960A-6DE2-F9B6BCE4E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707F6-D57D-3781-06F0-884957FF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9D624-DB3E-7C79-8EE4-B578AF3F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EDC39-FF83-F5DF-BFD0-C95D45F5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4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68E5-63F8-D815-EBF7-A4FF8C58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B046E4-BCAA-6E45-B44C-166BC7CB2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5E3D4-B3B4-B105-C08E-E1F705D29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DE746-B521-7CFB-1C68-A94513C3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1A31-50D9-12A2-C1E2-12AE8677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F26CC-001F-C7DF-4026-5962676D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6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621A-8B1B-6E47-A34B-09F99B30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133CC-A3F6-A017-9DDC-16EE01364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DA59-9388-76A3-6FCD-36B44F29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E71A-733C-7DE1-DFE9-6A827E3A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0F7DD-F44B-5D6C-320A-DD4D1B77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2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E21CE-974F-0B45-8355-AEBD2CE15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93DDE-D989-658A-BAAF-D7CB3C4B8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7FA0-6182-7385-915E-C238C9CB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BB53A-1C49-2750-D3DA-624A2A4A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33A5-2BAE-CE0F-DEDA-FA4799D5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6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AA6AE-6F2F-0E0D-C08A-1BA8A9F1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160DA-DF31-968A-B447-B92BD996F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854CD-BFAD-CD3D-7C3A-092D54CE0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BAB2-155F-EFDD-41C3-DE35C78A6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F6EE3-6C12-FE3C-204A-EE739964D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7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CC1F5BB-3C53-A6B9-35AC-6A767DDB98AD}"/>
              </a:ext>
            </a:extLst>
          </p:cNvPr>
          <p:cNvGrpSpPr/>
          <p:nvPr/>
        </p:nvGrpSpPr>
        <p:grpSpPr>
          <a:xfrm>
            <a:off x="649303" y="1412420"/>
            <a:ext cx="3542626" cy="3161873"/>
            <a:chOff x="458803" y="1126670"/>
            <a:chExt cx="3542626" cy="316187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D3CC46F-42ED-FA88-3608-404E9CEE3C86}"/>
                </a:ext>
              </a:extLst>
            </p:cNvPr>
            <p:cNvGrpSpPr/>
            <p:nvPr/>
          </p:nvGrpSpPr>
          <p:grpSpPr>
            <a:xfrm>
              <a:off x="1048934" y="1774635"/>
              <a:ext cx="508066" cy="1649696"/>
              <a:chOff x="2537327" y="2106291"/>
              <a:chExt cx="454650" cy="1476255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EC5C87F-B220-7E41-3014-AB05DAE859ED}"/>
                  </a:ext>
                </a:extLst>
              </p:cNvPr>
              <p:cNvSpPr/>
              <p:nvPr/>
            </p:nvSpPr>
            <p:spPr>
              <a:xfrm>
                <a:off x="2548224" y="2106291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6FA9D1B-347A-1346-44F5-2348C32E9DCE}"/>
                  </a:ext>
                </a:extLst>
              </p:cNvPr>
              <p:cNvSpPr/>
              <p:nvPr/>
            </p:nvSpPr>
            <p:spPr>
              <a:xfrm>
                <a:off x="2548224" y="2632116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212F833-B076-A740-A4E2-4F98870A156E}"/>
                  </a:ext>
                </a:extLst>
              </p:cNvPr>
              <p:cNvSpPr/>
              <p:nvPr/>
            </p:nvSpPr>
            <p:spPr>
              <a:xfrm>
                <a:off x="2537327" y="3138793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6CD7261-22C1-22AC-D68D-EAC03E3467FD}"/>
                </a:ext>
              </a:extLst>
            </p:cNvPr>
            <p:cNvGrpSpPr/>
            <p:nvPr/>
          </p:nvGrpSpPr>
          <p:grpSpPr>
            <a:xfrm>
              <a:off x="543235" y="1349314"/>
              <a:ext cx="1572281" cy="2664993"/>
              <a:chOff x="2262204" y="1759480"/>
              <a:chExt cx="1039907" cy="1997487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76B3B74-EC93-FBE8-AB9F-84CF5BB8AB36}"/>
                  </a:ext>
                </a:extLst>
              </p:cNvPr>
              <p:cNvSpPr txBox="1"/>
              <p:nvPr/>
            </p:nvSpPr>
            <p:spPr>
              <a:xfrm>
                <a:off x="2262204" y="1771948"/>
                <a:ext cx="1039907" cy="574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 err="1">
                    <a:solidFill>
                      <a:schemeClr val="accent6"/>
                    </a:solidFill>
                  </a:rPr>
                  <a:t>OpenMM</a:t>
                </a:r>
                <a:endParaRPr lang="en-US" sz="2000" b="1" dirty="0">
                  <a:solidFill>
                    <a:schemeClr val="accent6"/>
                  </a:solidFill>
                </a:endParaRPr>
              </a:p>
              <a:p>
                <a:endParaRPr lang="en-US" sz="3200" dirty="0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B3B49516-311E-997F-9D54-2959B94B392E}"/>
                  </a:ext>
                </a:extLst>
              </p:cNvPr>
              <p:cNvSpPr/>
              <p:nvPr/>
            </p:nvSpPr>
            <p:spPr>
              <a:xfrm>
                <a:off x="2413195" y="1759480"/>
                <a:ext cx="744475" cy="1997487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76E83C9-008B-8902-5F8B-9AD23162F4F7}"/>
                </a:ext>
              </a:extLst>
            </p:cNvPr>
            <p:cNvGrpSpPr/>
            <p:nvPr/>
          </p:nvGrpSpPr>
          <p:grpSpPr>
            <a:xfrm>
              <a:off x="2074554" y="1802836"/>
              <a:ext cx="307438" cy="1636508"/>
              <a:chOff x="3489351" y="1847795"/>
              <a:chExt cx="526877" cy="2804597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7CB2C50-CCEA-5BF5-5AF1-47F32B14BA4B}"/>
                  </a:ext>
                </a:extLst>
              </p:cNvPr>
              <p:cNvSpPr/>
              <p:nvPr/>
            </p:nvSpPr>
            <p:spPr>
              <a:xfrm>
                <a:off x="3489351" y="1847795"/>
                <a:ext cx="470835" cy="793964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025881-D3C6-E006-39CB-2A68BC402EC8}"/>
                  </a:ext>
                </a:extLst>
              </p:cNvPr>
              <p:cNvSpPr/>
              <p:nvPr/>
            </p:nvSpPr>
            <p:spPr>
              <a:xfrm>
                <a:off x="3506080" y="2891498"/>
                <a:ext cx="463379" cy="70902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35767C3-58AB-1110-8FF6-A67208098407}"/>
                  </a:ext>
                </a:extLst>
              </p:cNvPr>
              <p:cNvSpPr/>
              <p:nvPr/>
            </p:nvSpPr>
            <p:spPr>
              <a:xfrm>
                <a:off x="3512974" y="3941951"/>
                <a:ext cx="503254" cy="71044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27219EB-5117-8EA6-692B-207009DC246F}"/>
                </a:ext>
              </a:extLst>
            </p:cNvPr>
            <p:cNvCxnSpPr>
              <a:cxnSpLocks/>
              <a:stCxn id="54" idx="6"/>
              <a:endCxn id="46" idx="1"/>
            </p:cNvCxnSpPr>
            <p:nvPr/>
          </p:nvCxnSpPr>
          <p:spPr>
            <a:xfrm>
              <a:off x="1557000" y="2022579"/>
              <a:ext cx="517554" cy="1190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33A4B7F-E5E7-BF30-DB91-41C386ACCFD7}"/>
                </a:ext>
              </a:extLst>
            </p:cNvPr>
            <p:cNvCxnSpPr>
              <a:cxnSpLocks/>
              <a:stCxn id="55" idx="6"/>
              <a:endCxn id="47" idx="1"/>
            </p:cNvCxnSpPr>
            <p:nvPr/>
          </p:nvCxnSpPr>
          <p:spPr>
            <a:xfrm>
              <a:off x="1557000" y="2610182"/>
              <a:ext cx="527316" cy="8527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3845A64-B93E-793C-0041-0F55A21695A4}"/>
                </a:ext>
              </a:extLst>
            </p:cNvPr>
            <p:cNvCxnSpPr>
              <a:cxnSpLocks/>
              <a:stCxn id="56" idx="6"/>
              <a:endCxn id="48" idx="1"/>
            </p:cNvCxnSpPr>
            <p:nvPr/>
          </p:nvCxnSpPr>
          <p:spPr>
            <a:xfrm>
              <a:off x="1544823" y="3176387"/>
              <a:ext cx="543515" cy="55683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5F9AC64-18B3-7575-6854-44DA885851ED}"/>
                </a:ext>
              </a:extLst>
            </p:cNvPr>
            <p:cNvCxnSpPr>
              <a:cxnSpLocks/>
              <a:stCxn id="46" idx="3"/>
              <a:endCxn id="52" idx="2"/>
            </p:cNvCxnSpPr>
            <p:nvPr/>
          </p:nvCxnSpPr>
          <p:spPr>
            <a:xfrm>
              <a:off x="2349291" y="2034479"/>
              <a:ext cx="490784" cy="923352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EB147A8-A6AF-6726-8E15-7F15890E7314}"/>
                </a:ext>
              </a:extLst>
            </p:cNvPr>
            <p:cNvCxnSpPr>
              <a:cxnSpLocks/>
              <a:stCxn id="47" idx="3"/>
              <a:endCxn id="52" idx="2"/>
            </p:cNvCxnSpPr>
            <p:nvPr/>
          </p:nvCxnSpPr>
          <p:spPr>
            <a:xfrm>
              <a:off x="2354702" y="2618709"/>
              <a:ext cx="485373" cy="339122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ED7A7AE-73EF-44C2-83B8-B754D60D491D}"/>
                </a:ext>
              </a:extLst>
            </p:cNvPr>
            <p:cNvGrpSpPr/>
            <p:nvPr/>
          </p:nvGrpSpPr>
          <p:grpSpPr>
            <a:xfrm>
              <a:off x="642939" y="1126670"/>
              <a:ext cx="3262312" cy="3134911"/>
              <a:chOff x="830696" y="1453404"/>
              <a:chExt cx="4908016" cy="3498407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5AF56833-5B3D-A46C-A264-201E1D209001}"/>
                  </a:ext>
                </a:extLst>
              </p:cNvPr>
              <p:cNvSpPr/>
              <p:nvPr/>
            </p:nvSpPr>
            <p:spPr>
              <a:xfrm>
                <a:off x="830696" y="1453404"/>
                <a:ext cx="4908016" cy="3498407"/>
              </a:xfrm>
              <a:prstGeom prst="roundRect">
                <a:avLst/>
              </a:prstGeom>
              <a:noFill/>
              <a:ln w="571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C6ED8EC-244D-DEFA-3A10-394B40CFAA33}"/>
                  </a:ext>
                </a:extLst>
              </p:cNvPr>
              <p:cNvSpPr txBox="1"/>
              <p:nvPr/>
            </p:nvSpPr>
            <p:spPr>
              <a:xfrm>
                <a:off x="2963087" y="1550829"/>
                <a:ext cx="2630710" cy="65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</a:rPr>
                  <a:t>DAG (1)</a:t>
                </a:r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7BBA57E-0E02-6507-B259-78DD2B084398}"/>
                </a:ext>
              </a:extLst>
            </p:cNvPr>
            <p:cNvSpPr txBox="1"/>
            <p:nvPr/>
          </p:nvSpPr>
          <p:spPr>
            <a:xfrm>
              <a:off x="458803" y="3310713"/>
              <a:ext cx="1725905" cy="9778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/>
                  </a:solidFill>
                </a:rPr>
                <a:t>…</a:t>
              </a:r>
            </a:p>
            <a:p>
              <a:pPr algn="ctr"/>
              <a:r>
                <a:rPr lang="en-US" b="1" dirty="0">
                  <a:solidFill>
                    <a:schemeClr val="accent6"/>
                  </a:solidFill>
                </a:rPr>
                <a:t>(12 tasks)</a:t>
              </a:r>
            </a:p>
            <a:p>
              <a:endParaRPr lang="en-US" sz="3200" dirty="0"/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FBF30B28-392D-98E0-FE5D-F138DDBDF87F}"/>
                </a:ext>
              </a:extLst>
            </p:cNvPr>
            <p:cNvCxnSpPr>
              <a:cxnSpLocks/>
              <a:stCxn id="48" idx="3"/>
              <a:endCxn id="52" idx="2"/>
            </p:cNvCxnSpPr>
            <p:nvPr/>
          </p:nvCxnSpPr>
          <p:spPr>
            <a:xfrm flipV="1">
              <a:off x="2381992" y="2957831"/>
              <a:ext cx="458083" cy="274239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6AB6E727-81FA-E7B4-0EAE-80D61D9D6F4D}"/>
                </a:ext>
              </a:extLst>
            </p:cNvPr>
            <p:cNvGrpSpPr/>
            <p:nvPr/>
          </p:nvGrpSpPr>
          <p:grpSpPr>
            <a:xfrm>
              <a:off x="2254367" y="2157058"/>
              <a:ext cx="1747062" cy="1983372"/>
              <a:chOff x="3757808" y="3171826"/>
              <a:chExt cx="1714684" cy="1946615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69255AC-C420-82EF-15AF-EC786814002D}"/>
                  </a:ext>
                </a:extLst>
              </p:cNvPr>
              <p:cNvSpPr/>
              <p:nvPr/>
            </p:nvSpPr>
            <p:spPr>
              <a:xfrm>
                <a:off x="4332660" y="3681210"/>
                <a:ext cx="553099" cy="55309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853F94E2-4E86-0D0D-8BB0-2F8C0EC6970A}"/>
                  </a:ext>
                </a:extLst>
              </p:cNvPr>
              <p:cNvGrpSpPr/>
              <p:nvPr/>
            </p:nvGrpSpPr>
            <p:grpSpPr>
              <a:xfrm>
                <a:off x="3757808" y="3171826"/>
                <a:ext cx="1714684" cy="1946615"/>
                <a:chOff x="2898429" y="3080423"/>
                <a:chExt cx="1714684" cy="1946615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DAF7C894-08D7-D69E-56B5-C37AF9528F76}"/>
                    </a:ext>
                  </a:extLst>
                </p:cNvPr>
                <p:cNvGrpSpPr/>
                <p:nvPr/>
              </p:nvGrpSpPr>
              <p:grpSpPr>
                <a:xfrm>
                  <a:off x="2904164" y="3080423"/>
                  <a:ext cx="1691331" cy="1512899"/>
                  <a:chOff x="2220514" y="2148449"/>
                  <a:chExt cx="1039907" cy="1637764"/>
                </a:xfrm>
              </p:grpSpPr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B5753BFA-502A-FD76-F2F6-16B56DDB0FAF}"/>
                      </a:ext>
                    </a:extLst>
                  </p:cNvPr>
                  <p:cNvSpPr txBox="1"/>
                  <p:nvPr/>
                </p:nvSpPr>
                <p:spPr>
                  <a:xfrm>
                    <a:off x="2220514" y="2163510"/>
                    <a:ext cx="1039907" cy="9483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chemeClr val="accent2"/>
                        </a:solidFill>
                      </a:rPr>
                      <a:t>Aggregate</a:t>
                    </a:r>
                  </a:p>
                  <a:p>
                    <a:endParaRPr lang="en-US" sz="3200" dirty="0"/>
                  </a:p>
                </p:txBody>
              </p:sp>
              <p:sp>
                <p:nvSpPr>
                  <p:cNvPr id="59" name="Rectangle: Rounded Corners 58">
                    <a:extLst>
                      <a:ext uri="{FF2B5EF4-FFF2-40B4-BE49-F238E27FC236}">
                        <a16:creationId xmlns:a16="http://schemas.microsoft.com/office/drawing/2014/main" id="{6F335E1D-97E9-D5E0-773F-1B2253F25B44}"/>
                      </a:ext>
                    </a:extLst>
                  </p:cNvPr>
                  <p:cNvSpPr/>
                  <p:nvPr/>
                </p:nvSpPr>
                <p:spPr>
                  <a:xfrm>
                    <a:off x="2362200" y="2148449"/>
                    <a:ext cx="776608" cy="1637764"/>
                  </a:xfrm>
                  <a:prstGeom prst="roundRect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A9F78E85-FB09-8152-2116-7711E79FDD2A}"/>
                    </a:ext>
                  </a:extLst>
                </p:cNvPr>
                <p:cNvSpPr txBox="1"/>
                <p:nvPr/>
              </p:nvSpPr>
              <p:spPr>
                <a:xfrm>
                  <a:off x="2898429" y="3939576"/>
                  <a:ext cx="1714684" cy="10874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1600" b="1" dirty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en-US" b="1" dirty="0">
                      <a:solidFill>
                        <a:schemeClr val="accent2"/>
                      </a:solidFill>
                    </a:rPr>
                    <a:t>(1 task)</a:t>
                  </a:r>
                </a:p>
                <a:p>
                  <a:endParaRPr lang="en-US" sz="3200" dirty="0"/>
                </a:p>
              </p:txBody>
            </p:sp>
          </p:grp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225F268-0950-C530-9CB7-3EF13D274683}"/>
              </a:ext>
            </a:extLst>
          </p:cNvPr>
          <p:cNvGrpSpPr/>
          <p:nvPr/>
        </p:nvGrpSpPr>
        <p:grpSpPr>
          <a:xfrm>
            <a:off x="4279887" y="1412420"/>
            <a:ext cx="3569965" cy="3161873"/>
            <a:chOff x="455752" y="1126670"/>
            <a:chExt cx="3569965" cy="3161873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FB57229-FBF4-8EBE-324A-8C9125A9C761}"/>
                </a:ext>
              </a:extLst>
            </p:cNvPr>
            <p:cNvGrpSpPr/>
            <p:nvPr/>
          </p:nvGrpSpPr>
          <p:grpSpPr>
            <a:xfrm>
              <a:off x="1048934" y="1774635"/>
              <a:ext cx="508066" cy="1649696"/>
              <a:chOff x="2537327" y="2106291"/>
              <a:chExt cx="454650" cy="1476255"/>
            </a:xfrm>
          </p:grpSpPr>
          <p:sp>
            <p:nvSpPr>
              <p:cNvPr id="257" name="Oval 256">
                <a:extLst>
                  <a:ext uri="{FF2B5EF4-FFF2-40B4-BE49-F238E27FC236}">
                    <a16:creationId xmlns:a16="http://schemas.microsoft.com/office/drawing/2014/main" id="{58D7D8B1-B130-7889-7456-BFEC2F1DBFA3}"/>
                  </a:ext>
                </a:extLst>
              </p:cNvPr>
              <p:cNvSpPr/>
              <p:nvPr/>
            </p:nvSpPr>
            <p:spPr>
              <a:xfrm>
                <a:off x="2548224" y="2106291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6650C842-B449-B2AB-5673-93A879FAA29A}"/>
                  </a:ext>
                </a:extLst>
              </p:cNvPr>
              <p:cNvSpPr/>
              <p:nvPr/>
            </p:nvSpPr>
            <p:spPr>
              <a:xfrm>
                <a:off x="2548224" y="2632116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E5B4C22D-497D-DC5A-0CE3-40FA4E5C68A1}"/>
                  </a:ext>
                </a:extLst>
              </p:cNvPr>
              <p:cNvSpPr/>
              <p:nvPr/>
            </p:nvSpPr>
            <p:spPr>
              <a:xfrm>
                <a:off x="2537327" y="3138793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7485AA53-7F7D-26F7-7394-5F167C83A22E}"/>
                </a:ext>
              </a:extLst>
            </p:cNvPr>
            <p:cNvGrpSpPr/>
            <p:nvPr/>
          </p:nvGrpSpPr>
          <p:grpSpPr>
            <a:xfrm>
              <a:off x="543235" y="1349314"/>
              <a:ext cx="1572281" cy="2648954"/>
              <a:chOff x="2262204" y="1759481"/>
              <a:chExt cx="1039907" cy="1985466"/>
            </a:xfrm>
          </p:grpSpPr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441F6CDF-5AA4-93CF-CEFA-0E25D2E59CBF}"/>
                  </a:ext>
                </a:extLst>
              </p:cNvPr>
              <p:cNvSpPr txBox="1"/>
              <p:nvPr/>
            </p:nvSpPr>
            <p:spPr>
              <a:xfrm>
                <a:off x="2262204" y="1759481"/>
                <a:ext cx="1039907" cy="574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 err="1">
                    <a:solidFill>
                      <a:schemeClr val="accent6"/>
                    </a:solidFill>
                  </a:rPr>
                  <a:t>OpenMM</a:t>
                </a:r>
                <a:endParaRPr lang="en-US" sz="2000" b="1" dirty="0">
                  <a:solidFill>
                    <a:schemeClr val="accent6"/>
                  </a:solidFill>
                </a:endParaRPr>
              </a:p>
              <a:p>
                <a:endParaRPr lang="en-US" sz="3200" dirty="0"/>
              </a:p>
            </p:txBody>
          </p:sp>
          <p:sp>
            <p:nvSpPr>
              <p:cNvPr id="256" name="Rectangle: Rounded Corners 255">
                <a:extLst>
                  <a:ext uri="{FF2B5EF4-FFF2-40B4-BE49-F238E27FC236}">
                    <a16:creationId xmlns:a16="http://schemas.microsoft.com/office/drawing/2014/main" id="{C47117A4-023A-972A-84F6-A7327F4834AA}"/>
                  </a:ext>
                </a:extLst>
              </p:cNvPr>
              <p:cNvSpPr/>
              <p:nvPr/>
            </p:nvSpPr>
            <p:spPr>
              <a:xfrm>
                <a:off x="2413195" y="1759481"/>
                <a:ext cx="744475" cy="1985466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1363D3CA-173F-B242-C9F5-AE88072EF261}"/>
                </a:ext>
              </a:extLst>
            </p:cNvPr>
            <p:cNvGrpSpPr/>
            <p:nvPr/>
          </p:nvGrpSpPr>
          <p:grpSpPr>
            <a:xfrm>
              <a:off x="2074554" y="1802836"/>
              <a:ext cx="307438" cy="1636508"/>
              <a:chOff x="3489351" y="1847795"/>
              <a:chExt cx="526877" cy="2804597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4F47842-4B48-1258-7A9E-8C3D970AB770}"/>
                  </a:ext>
                </a:extLst>
              </p:cNvPr>
              <p:cNvSpPr/>
              <p:nvPr/>
            </p:nvSpPr>
            <p:spPr>
              <a:xfrm>
                <a:off x="3489351" y="1847795"/>
                <a:ext cx="470835" cy="793964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5640B8A-0E6F-5B6D-8E4D-8288FEC98D59}"/>
                  </a:ext>
                </a:extLst>
              </p:cNvPr>
              <p:cNvSpPr/>
              <p:nvPr/>
            </p:nvSpPr>
            <p:spPr>
              <a:xfrm>
                <a:off x="3506080" y="2891498"/>
                <a:ext cx="463379" cy="70902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1180F9DC-D091-5AFC-705F-EC1E691BD5F2}"/>
                  </a:ext>
                </a:extLst>
              </p:cNvPr>
              <p:cNvSpPr/>
              <p:nvPr/>
            </p:nvSpPr>
            <p:spPr>
              <a:xfrm>
                <a:off x="3512974" y="3941951"/>
                <a:ext cx="503254" cy="71044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8D93A73D-F51A-F3E2-E571-D56F6B73AD87}"/>
                </a:ext>
              </a:extLst>
            </p:cNvPr>
            <p:cNvCxnSpPr>
              <a:cxnSpLocks/>
              <a:stCxn id="257" idx="6"/>
              <a:endCxn id="187" idx="1"/>
            </p:cNvCxnSpPr>
            <p:nvPr/>
          </p:nvCxnSpPr>
          <p:spPr>
            <a:xfrm>
              <a:off x="1557000" y="2022579"/>
              <a:ext cx="517554" cy="1190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ECF3C1C8-6794-C17D-A7A9-C22D9547D47C}"/>
                </a:ext>
              </a:extLst>
            </p:cNvPr>
            <p:cNvCxnSpPr>
              <a:cxnSpLocks/>
              <a:stCxn id="258" idx="6"/>
              <a:endCxn id="188" idx="1"/>
            </p:cNvCxnSpPr>
            <p:nvPr/>
          </p:nvCxnSpPr>
          <p:spPr>
            <a:xfrm>
              <a:off x="1557000" y="2610182"/>
              <a:ext cx="527316" cy="8527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1DE4BEB2-024C-0C62-C2D9-4CCCC9D98CF0}"/>
                </a:ext>
              </a:extLst>
            </p:cNvPr>
            <p:cNvCxnSpPr>
              <a:cxnSpLocks/>
              <a:stCxn id="259" idx="6"/>
              <a:endCxn id="189" idx="1"/>
            </p:cNvCxnSpPr>
            <p:nvPr/>
          </p:nvCxnSpPr>
          <p:spPr>
            <a:xfrm>
              <a:off x="1544823" y="3176387"/>
              <a:ext cx="543515" cy="55683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52A1E44A-FD10-9995-A1C3-A53F403213DB}"/>
                </a:ext>
              </a:extLst>
            </p:cNvPr>
            <p:cNvCxnSpPr>
              <a:cxnSpLocks/>
              <a:stCxn id="187" idx="3"/>
              <a:endCxn id="179" idx="2"/>
            </p:cNvCxnSpPr>
            <p:nvPr/>
          </p:nvCxnSpPr>
          <p:spPr>
            <a:xfrm>
              <a:off x="2349291" y="2034479"/>
              <a:ext cx="490784" cy="923352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3028425E-5743-A75F-0C94-C6EC91C2F22F}"/>
                </a:ext>
              </a:extLst>
            </p:cNvPr>
            <p:cNvCxnSpPr>
              <a:cxnSpLocks/>
              <a:stCxn id="188" idx="3"/>
              <a:endCxn id="179" idx="2"/>
            </p:cNvCxnSpPr>
            <p:nvPr/>
          </p:nvCxnSpPr>
          <p:spPr>
            <a:xfrm>
              <a:off x="2354702" y="2618709"/>
              <a:ext cx="485373" cy="339122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59E0200-90BB-0250-0B6B-31FF414B72BA}"/>
                </a:ext>
              </a:extLst>
            </p:cNvPr>
            <p:cNvGrpSpPr/>
            <p:nvPr/>
          </p:nvGrpSpPr>
          <p:grpSpPr>
            <a:xfrm>
              <a:off x="642939" y="1126670"/>
              <a:ext cx="3262312" cy="3161873"/>
              <a:chOff x="830696" y="1453404"/>
              <a:chExt cx="4908016" cy="3528495"/>
            </a:xfrm>
          </p:grpSpPr>
          <p:sp>
            <p:nvSpPr>
              <p:cNvPr id="185" name="Rectangle: Rounded Corners 184">
                <a:extLst>
                  <a:ext uri="{FF2B5EF4-FFF2-40B4-BE49-F238E27FC236}">
                    <a16:creationId xmlns:a16="http://schemas.microsoft.com/office/drawing/2014/main" id="{CE50AB7A-15D8-707D-E79C-18EFA3ADA78D}"/>
                  </a:ext>
                </a:extLst>
              </p:cNvPr>
              <p:cNvSpPr/>
              <p:nvPr/>
            </p:nvSpPr>
            <p:spPr>
              <a:xfrm>
                <a:off x="830696" y="1453404"/>
                <a:ext cx="4908016" cy="3528495"/>
              </a:xfrm>
              <a:prstGeom prst="roundRect">
                <a:avLst/>
              </a:prstGeom>
              <a:noFill/>
              <a:ln w="571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10C4735C-AC44-8A8A-86C0-8BDEA223A4BB}"/>
                  </a:ext>
                </a:extLst>
              </p:cNvPr>
              <p:cNvSpPr txBox="1"/>
              <p:nvPr/>
            </p:nvSpPr>
            <p:spPr>
              <a:xfrm>
                <a:off x="3044269" y="1557489"/>
                <a:ext cx="2630710" cy="65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</a:rPr>
                  <a:t>DAG (2)</a:t>
                </a:r>
              </a:p>
            </p:txBody>
          </p: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3121083-80CD-D2B5-FDC9-0DA69DFC8B3A}"/>
                </a:ext>
              </a:extLst>
            </p:cNvPr>
            <p:cNvSpPr txBox="1"/>
            <p:nvPr/>
          </p:nvSpPr>
          <p:spPr>
            <a:xfrm>
              <a:off x="455752" y="3283752"/>
              <a:ext cx="1725905" cy="9778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/>
                  </a:solidFill>
                </a:rPr>
                <a:t>…</a:t>
              </a:r>
            </a:p>
            <a:p>
              <a:pPr algn="ctr"/>
              <a:r>
                <a:rPr lang="en-US" b="1" dirty="0">
                  <a:solidFill>
                    <a:schemeClr val="accent6"/>
                  </a:solidFill>
                </a:rPr>
                <a:t>(12 tasks)</a:t>
              </a:r>
            </a:p>
            <a:p>
              <a:endParaRPr lang="en-US" sz="3200" dirty="0"/>
            </a:p>
          </p:txBody>
        </p: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3FB76C0A-E838-E4C7-C72A-2CF71C33AC0B}"/>
                </a:ext>
              </a:extLst>
            </p:cNvPr>
            <p:cNvCxnSpPr>
              <a:cxnSpLocks/>
              <a:stCxn id="189" idx="3"/>
              <a:endCxn id="179" idx="2"/>
            </p:cNvCxnSpPr>
            <p:nvPr/>
          </p:nvCxnSpPr>
          <p:spPr>
            <a:xfrm flipV="1">
              <a:off x="2381992" y="2957831"/>
              <a:ext cx="458083" cy="274239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7DCE3B5F-4CBE-9A8C-D90B-A874B7AFB4B8}"/>
                </a:ext>
              </a:extLst>
            </p:cNvPr>
            <p:cNvGrpSpPr/>
            <p:nvPr/>
          </p:nvGrpSpPr>
          <p:grpSpPr>
            <a:xfrm>
              <a:off x="2260210" y="2157058"/>
              <a:ext cx="1765507" cy="2004506"/>
              <a:chOff x="3763543" y="3171826"/>
              <a:chExt cx="1732787" cy="1967357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5E150DAC-228A-A7FF-26D4-1314D674E947}"/>
                  </a:ext>
                </a:extLst>
              </p:cNvPr>
              <p:cNvSpPr/>
              <p:nvPr/>
            </p:nvSpPr>
            <p:spPr>
              <a:xfrm>
                <a:off x="4332660" y="3681210"/>
                <a:ext cx="553099" cy="553099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CE12E7B3-DD84-A478-C477-EE0C133FBD11}"/>
                  </a:ext>
                </a:extLst>
              </p:cNvPr>
              <p:cNvGrpSpPr/>
              <p:nvPr/>
            </p:nvGrpSpPr>
            <p:grpSpPr>
              <a:xfrm>
                <a:off x="3763543" y="3171826"/>
                <a:ext cx="1732787" cy="1967357"/>
                <a:chOff x="2904164" y="3080423"/>
                <a:chExt cx="1732787" cy="1967357"/>
              </a:xfrm>
            </p:grpSpPr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B1E86A34-7487-ACE7-E251-480F08759370}"/>
                    </a:ext>
                  </a:extLst>
                </p:cNvPr>
                <p:cNvGrpSpPr/>
                <p:nvPr/>
              </p:nvGrpSpPr>
              <p:grpSpPr>
                <a:xfrm>
                  <a:off x="2904164" y="3080423"/>
                  <a:ext cx="1691331" cy="1512899"/>
                  <a:chOff x="2220514" y="2148449"/>
                  <a:chExt cx="1039907" cy="1637764"/>
                </a:xfrm>
              </p:grpSpPr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4FA9BA28-3E96-1FAB-6B1C-28247C441717}"/>
                      </a:ext>
                    </a:extLst>
                  </p:cNvPr>
                  <p:cNvSpPr txBox="1"/>
                  <p:nvPr/>
                </p:nvSpPr>
                <p:spPr>
                  <a:xfrm>
                    <a:off x="2220514" y="2163510"/>
                    <a:ext cx="1039907" cy="9483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Train</a:t>
                    </a:r>
                  </a:p>
                  <a:p>
                    <a:endParaRPr lang="en-US" sz="3200" dirty="0"/>
                  </a:p>
                </p:txBody>
              </p:sp>
              <p:sp>
                <p:nvSpPr>
                  <p:cNvPr id="184" name="Rectangle: Rounded Corners 183">
                    <a:extLst>
                      <a:ext uri="{FF2B5EF4-FFF2-40B4-BE49-F238E27FC236}">
                        <a16:creationId xmlns:a16="http://schemas.microsoft.com/office/drawing/2014/main" id="{D1C39E1E-B413-5E80-2210-CE9CF312A157}"/>
                      </a:ext>
                    </a:extLst>
                  </p:cNvPr>
                  <p:cNvSpPr/>
                  <p:nvPr/>
                </p:nvSpPr>
                <p:spPr>
                  <a:xfrm>
                    <a:off x="2362200" y="2148449"/>
                    <a:ext cx="776608" cy="1637764"/>
                  </a:xfrm>
                  <a:prstGeom prst="roundRect">
                    <a:avLst/>
                  </a:prstGeom>
                  <a:noFill/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42B140CF-3D10-EAF2-AAB4-B1C63E2D6915}"/>
                    </a:ext>
                  </a:extLst>
                </p:cNvPr>
                <p:cNvSpPr txBox="1"/>
                <p:nvPr/>
              </p:nvSpPr>
              <p:spPr>
                <a:xfrm>
                  <a:off x="2943032" y="3960318"/>
                  <a:ext cx="1693919" cy="10874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1600" b="1" dirty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en-US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(1 task)</a:t>
                  </a:r>
                </a:p>
                <a:p>
                  <a:endParaRPr lang="en-US" sz="3200" dirty="0"/>
                </a:p>
              </p:txBody>
            </p:sp>
          </p:grp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1B65D25-531C-7536-90AD-6B5C8DC9BD24}"/>
              </a:ext>
            </a:extLst>
          </p:cNvPr>
          <p:cNvGrpSpPr/>
          <p:nvPr/>
        </p:nvGrpSpPr>
        <p:grpSpPr>
          <a:xfrm>
            <a:off x="7889454" y="1412419"/>
            <a:ext cx="3549463" cy="3161873"/>
            <a:chOff x="465390" y="1142707"/>
            <a:chExt cx="3549463" cy="3161873"/>
          </a:xfrm>
        </p:grpSpPr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5D53EC26-A1EF-A909-A675-D14112248CE6}"/>
                </a:ext>
              </a:extLst>
            </p:cNvPr>
            <p:cNvGrpSpPr/>
            <p:nvPr/>
          </p:nvGrpSpPr>
          <p:grpSpPr>
            <a:xfrm>
              <a:off x="1048934" y="1774635"/>
              <a:ext cx="508066" cy="1649696"/>
              <a:chOff x="2537327" y="2106291"/>
              <a:chExt cx="454650" cy="1476255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7B33AB50-CA47-4192-4A19-032F33354213}"/>
                  </a:ext>
                </a:extLst>
              </p:cNvPr>
              <p:cNvSpPr/>
              <p:nvPr/>
            </p:nvSpPr>
            <p:spPr>
              <a:xfrm>
                <a:off x="2548224" y="2106291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473A77E-872A-4959-0B27-1B3616F7F0FB}"/>
                  </a:ext>
                </a:extLst>
              </p:cNvPr>
              <p:cNvSpPr/>
              <p:nvPr/>
            </p:nvSpPr>
            <p:spPr>
              <a:xfrm>
                <a:off x="2548224" y="2632116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F8774EC-07F8-974A-9AD6-6BA0EE3F8321}"/>
                  </a:ext>
                </a:extLst>
              </p:cNvPr>
              <p:cNvSpPr/>
              <p:nvPr/>
            </p:nvSpPr>
            <p:spPr>
              <a:xfrm>
                <a:off x="2537327" y="3138793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6604E036-5A94-7531-B851-02C0C2D4D8F2}"/>
                </a:ext>
              </a:extLst>
            </p:cNvPr>
            <p:cNvGrpSpPr/>
            <p:nvPr/>
          </p:nvGrpSpPr>
          <p:grpSpPr>
            <a:xfrm>
              <a:off x="546762" y="1365351"/>
              <a:ext cx="1572281" cy="2664994"/>
              <a:chOff x="2264537" y="1771501"/>
              <a:chExt cx="1039907" cy="1997488"/>
            </a:xfrm>
          </p:grpSpPr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F75B847-6FC0-DDEE-E3A0-E1C359E03188}"/>
                  </a:ext>
                </a:extLst>
              </p:cNvPr>
              <p:cNvSpPr txBox="1"/>
              <p:nvPr/>
            </p:nvSpPr>
            <p:spPr>
              <a:xfrm>
                <a:off x="2264537" y="1771502"/>
                <a:ext cx="1039907" cy="574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 err="1">
                    <a:solidFill>
                      <a:schemeClr val="accent6"/>
                    </a:solidFill>
                  </a:rPr>
                  <a:t>OpenMM</a:t>
                </a:r>
                <a:endParaRPr lang="en-US" sz="2000" b="1" dirty="0">
                  <a:solidFill>
                    <a:schemeClr val="accent6"/>
                  </a:solidFill>
                </a:endParaRPr>
              </a:p>
              <a:p>
                <a:endParaRPr lang="en-US" sz="3200" dirty="0"/>
              </a:p>
            </p:txBody>
          </p:sp>
          <p:sp>
            <p:nvSpPr>
              <p:cNvPr id="289" name="Rectangle: Rounded Corners 288">
                <a:extLst>
                  <a:ext uri="{FF2B5EF4-FFF2-40B4-BE49-F238E27FC236}">
                    <a16:creationId xmlns:a16="http://schemas.microsoft.com/office/drawing/2014/main" id="{807456BC-E8DC-FDF3-D875-E1D5B898A992}"/>
                  </a:ext>
                </a:extLst>
              </p:cNvPr>
              <p:cNvSpPr/>
              <p:nvPr/>
            </p:nvSpPr>
            <p:spPr>
              <a:xfrm>
                <a:off x="2413195" y="1771501"/>
                <a:ext cx="744475" cy="1997488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6F35F84D-1C0C-1739-DCDC-8ECDBB645B1C}"/>
                </a:ext>
              </a:extLst>
            </p:cNvPr>
            <p:cNvGrpSpPr/>
            <p:nvPr/>
          </p:nvGrpSpPr>
          <p:grpSpPr>
            <a:xfrm>
              <a:off x="2074554" y="1802836"/>
              <a:ext cx="307438" cy="1636508"/>
              <a:chOff x="3489351" y="1847795"/>
              <a:chExt cx="526877" cy="2804597"/>
            </a:xfrm>
          </p:grpSpPr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C9240868-CFCE-D17A-7E15-4CD61B869433}"/>
                  </a:ext>
                </a:extLst>
              </p:cNvPr>
              <p:cNvSpPr/>
              <p:nvPr/>
            </p:nvSpPr>
            <p:spPr>
              <a:xfrm>
                <a:off x="3489351" y="1847795"/>
                <a:ext cx="470835" cy="793964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04C3999B-0401-F93B-48CE-4E16A3B556C6}"/>
                  </a:ext>
                </a:extLst>
              </p:cNvPr>
              <p:cNvSpPr/>
              <p:nvPr/>
            </p:nvSpPr>
            <p:spPr>
              <a:xfrm>
                <a:off x="3506080" y="2891498"/>
                <a:ext cx="463379" cy="70902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D50F6B1D-84D1-67A0-DA69-7867A7118343}"/>
                  </a:ext>
                </a:extLst>
              </p:cNvPr>
              <p:cNvSpPr/>
              <p:nvPr/>
            </p:nvSpPr>
            <p:spPr>
              <a:xfrm>
                <a:off x="3512974" y="3941951"/>
                <a:ext cx="503254" cy="71044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</p:grp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DB36922E-B70C-6D18-10DA-30F814BB1DA8}"/>
                </a:ext>
              </a:extLst>
            </p:cNvPr>
            <p:cNvCxnSpPr>
              <a:cxnSpLocks/>
              <a:stCxn id="290" idx="6"/>
              <a:endCxn id="284" idx="1"/>
            </p:cNvCxnSpPr>
            <p:nvPr/>
          </p:nvCxnSpPr>
          <p:spPr>
            <a:xfrm>
              <a:off x="1557000" y="2022579"/>
              <a:ext cx="517554" cy="1190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>
              <a:extLst>
                <a:ext uri="{FF2B5EF4-FFF2-40B4-BE49-F238E27FC236}">
                  <a16:creationId xmlns:a16="http://schemas.microsoft.com/office/drawing/2014/main" id="{C29B80DA-E0E0-F008-4C23-0A1A528E6584}"/>
                </a:ext>
              </a:extLst>
            </p:cNvPr>
            <p:cNvCxnSpPr>
              <a:cxnSpLocks/>
              <a:stCxn id="291" idx="6"/>
              <a:endCxn id="285" idx="1"/>
            </p:cNvCxnSpPr>
            <p:nvPr/>
          </p:nvCxnSpPr>
          <p:spPr>
            <a:xfrm>
              <a:off x="1557000" y="2610182"/>
              <a:ext cx="527316" cy="8527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61B43FCB-AAE1-5BF0-75A5-1BB40A216619}"/>
                </a:ext>
              </a:extLst>
            </p:cNvPr>
            <p:cNvCxnSpPr>
              <a:cxnSpLocks/>
              <a:stCxn id="292" idx="6"/>
              <a:endCxn id="286" idx="1"/>
            </p:cNvCxnSpPr>
            <p:nvPr/>
          </p:nvCxnSpPr>
          <p:spPr>
            <a:xfrm>
              <a:off x="1544823" y="3176387"/>
              <a:ext cx="543515" cy="55683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3F48CBA1-9B63-64BF-BD6E-1FC5CD759E8E}"/>
                </a:ext>
              </a:extLst>
            </p:cNvPr>
            <p:cNvCxnSpPr>
              <a:cxnSpLocks/>
              <a:stCxn id="284" idx="3"/>
              <a:endCxn id="276" idx="2"/>
            </p:cNvCxnSpPr>
            <p:nvPr/>
          </p:nvCxnSpPr>
          <p:spPr>
            <a:xfrm>
              <a:off x="2349291" y="2034479"/>
              <a:ext cx="490784" cy="923352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>
              <a:extLst>
                <a:ext uri="{FF2B5EF4-FFF2-40B4-BE49-F238E27FC236}">
                  <a16:creationId xmlns:a16="http://schemas.microsoft.com/office/drawing/2014/main" id="{A798F6FD-9AED-D05E-3836-EA09993F5CDA}"/>
                </a:ext>
              </a:extLst>
            </p:cNvPr>
            <p:cNvCxnSpPr>
              <a:cxnSpLocks/>
              <a:stCxn id="285" idx="3"/>
              <a:endCxn id="276" idx="2"/>
            </p:cNvCxnSpPr>
            <p:nvPr/>
          </p:nvCxnSpPr>
          <p:spPr>
            <a:xfrm>
              <a:off x="2354702" y="2618709"/>
              <a:ext cx="485373" cy="339122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5863DBA5-DE09-699E-A749-CBDE7522D08B}"/>
                </a:ext>
              </a:extLst>
            </p:cNvPr>
            <p:cNvGrpSpPr/>
            <p:nvPr/>
          </p:nvGrpSpPr>
          <p:grpSpPr>
            <a:xfrm>
              <a:off x="642939" y="1142707"/>
              <a:ext cx="3262312" cy="3161873"/>
              <a:chOff x="830696" y="1471301"/>
              <a:chExt cx="4908016" cy="3528496"/>
            </a:xfrm>
          </p:grpSpPr>
          <p:sp>
            <p:nvSpPr>
              <p:cNvPr id="282" name="Rectangle: Rounded Corners 281">
                <a:extLst>
                  <a:ext uri="{FF2B5EF4-FFF2-40B4-BE49-F238E27FC236}">
                    <a16:creationId xmlns:a16="http://schemas.microsoft.com/office/drawing/2014/main" id="{CBF400A5-DFED-DC69-4DB8-36C0B6C069C0}"/>
                  </a:ext>
                </a:extLst>
              </p:cNvPr>
              <p:cNvSpPr/>
              <p:nvPr/>
            </p:nvSpPr>
            <p:spPr>
              <a:xfrm>
                <a:off x="830696" y="1471301"/>
                <a:ext cx="4908016" cy="3528496"/>
              </a:xfrm>
              <a:prstGeom prst="roundRect">
                <a:avLst/>
              </a:prstGeom>
              <a:noFill/>
              <a:ln w="571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85E9B1B2-B142-3B05-D47F-3957B6F66206}"/>
                  </a:ext>
                </a:extLst>
              </p:cNvPr>
              <p:cNvSpPr txBox="1"/>
              <p:nvPr/>
            </p:nvSpPr>
            <p:spPr>
              <a:xfrm>
                <a:off x="3108002" y="1575134"/>
                <a:ext cx="2630710" cy="65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</a:rPr>
                  <a:t>DAG (3)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774BEE39-A005-351F-8F7D-7130B54F6ECC}"/>
                </a:ext>
              </a:extLst>
            </p:cNvPr>
            <p:cNvSpPr txBox="1"/>
            <p:nvPr/>
          </p:nvSpPr>
          <p:spPr>
            <a:xfrm>
              <a:off x="465390" y="3299790"/>
              <a:ext cx="1725905" cy="9778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6"/>
                  </a:solidFill>
                </a:rPr>
                <a:t>…</a:t>
              </a:r>
            </a:p>
            <a:p>
              <a:pPr algn="ctr"/>
              <a:r>
                <a:rPr lang="en-US" b="1" dirty="0">
                  <a:solidFill>
                    <a:schemeClr val="accent6"/>
                  </a:solidFill>
                </a:rPr>
                <a:t>(12 tasks)</a:t>
              </a:r>
            </a:p>
            <a:p>
              <a:endParaRPr lang="en-US" sz="3200" dirty="0"/>
            </a:p>
          </p:txBody>
        </p: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11F80AD3-11B8-E8A2-BD3C-9048D0A53858}"/>
                </a:ext>
              </a:extLst>
            </p:cNvPr>
            <p:cNvCxnSpPr>
              <a:cxnSpLocks/>
              <a:stCxn id="286" idx="3"/>
              <a:endCxn id="276" idx="2"/>
            </p:cNvCxnSpPr>
            <p:nvPr/>
          </p:nvCxnSpPr>
          <p:spPr>
            <a:xfrm flipV="1">
              <a:off x="2381992" y="2957831"/>
              <a:ext cx="458083" cy="274239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7B277D38-7DF3-9E81-BAE4-9EC2277DCDFA}"/>
                </a:ext>
              </a:extLst>
            </p:cNvPr>
            <p:cNvGrpSpPr/>
            <p:nvPr/>
          </p:nvGrpSpPr>
          <p:grpSpPr>
            <a:xfrm>
              <a:off x="2291585" y="2157057"/>
              <a:ext cx="1723268" cy="2011302"/>
              <a:chOff x="3794337" y="3171826"/>
              <a:chExt cx="1691331" cy="1974028"/>
            </a:xfrm>
          </p:grpSpPr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061E4A0C-BA30-D212-8C66-3A322ABC8343}"/>
                  </a:ext>
                </a:extLst>
              </p:cNvPr>
              <p:cNvSpPr/>
              <p:nvPr/>
            </p:nvSpPr>
            <p:spPr>
              <a:xfrm>
                <a:off x="4332660" y="3681210"/>
                <a:ext cx="553099" cy="55309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grpSp>
            <p:nvGrpSpPr>
              <p:cNvPr id="277" name="Group 276">
                <a:extLst>
                  <a:ext uri="{FF2B5EF4-FFF2-40B4-BE49-F238E27FC236}">
                    <a16:creationId xmlns:a16="http://schemas.microsoft.com/office/drawing/2014/main" id="{DE6752F3-D616-CA65-6DAA-A804633C0922}"/>
                  </a:ext>
                </a:extLst>
              </p:cNvPr>
              <p:cNvGrpSpPr/>
              <p:nvPr/>
            </p:nvGrpSpPr>
            <p:grpSpPr>
              <a:xfrm>
                <a:off x="3794337" y="3171826"/>
                <a:ext cx="1691331" cy="1974028"/>
                <a:chOff x="2934958" y="3080423"/>
                <a:chExt cx="1691331" cy="1974028"/>
              </a:xfrm>
            </p:grpSpPr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F042070F-5AD3-8AB3-5C82-57E44C0D6039}"/>
                    </a:ext>
                  </a:extLst>
                </p:cNvPr>
                <p:cNvGrpSpPr/>
                <p:nvPr/>
              </p:nvGrpSpPr>
              <p:grpSpPr>
                <a:xfrm>
                  <a:off x="2934958" y="3080423"/>
                  <a:ext cx="1691331" cy="1512899"/>
                  <a:chOff x="2239448" y="2148449"/>
                  <a:chExt cx="1039907" cy="1637764"/>
                </a:xfrm>
              </p:grpSpPr>
              <p:sp>
                <p:nvSpPr>
                  <p:cNvPr id="280" name="TextBox 279">
                    <a:extLst>
                      <a:ext uri="{FF2B5EF4-FFF2-40B4-BE49-F238E27FC236}">
                        <a16:creationId xmlns:a16="http://schemas.microsoft.com/office/drawing/2014/main" id="{DD7E781E-8E2C-E747-A59A-E405A6761BDE}"/>
                      </a:ext>
                    </a:extLst>
                  </p:cNvPr>
                  <p:cNvSpPr txBox="1"/>
                  <p:nvPr/>
                </p:nvSpPr>
                <p:spPr>
                  <a:xfrm>
                    <a:off x="2239448" y="2169695"/>
                    <a:ext cx="1039907" cy="9483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chemeClr val="accent5"/>
                        </a:solidFill>
                      </a:rPr>
                      <a:t>Inference</a:t>
                    </a:r>
                  </a:p>
                  <a:p>
                    <a:endParaRPr lang="en-US" sz="3200" dirty="0"/>
                  </a:p>
                </p:txBody>
              </p:sp>
              <p:sp>
                <p:nvSpPr>
                  <p:cNvPr id="281" name="Rectangle: Rounded Corners 280">
                    <a:extLst>
                      <a:ext uri="{FF2B5EF4-FFF2-40B4-BE49-F238E27FC236}">
                        <a16:creationId xmlns:a16="http://schemas.microsoft.com/office/drawing/2014/main" id="{6A3D843E-6DA0-53E4-37E3-31AFC47322EE}"/>
                      </a:ext>
                    </a:extLst>
                  </p:cNvPr>
                  <p:cNvSpPr/>
                  <p:nvPr/>
                </p:nvSpPr>
                <p:spPr>
                  <a:xfrm>
                    <a:off x="2362200" y="2148449"/>
                    <a:ext cx="776608" cy="1637764"/>
                  </a:xfrm>
                  <a:prstGeom prst="roundRect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1D4E9EF3-8394-B3F6-ACD2-59B003CA1C5B}"/>
                    </a:ext>
                  </a:extLst>
                </p:cNvPr>
                <p:cNvSpPr txBox="1"/>
                <p:nvPr/>
              </p:nvSpPr>
              <p:spPr>
                <a:xfrm>
                  <a:off x="2943820" y="3966989"/>
                  <a:ext cx="1669293" cy="10874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1600" b="1" dirty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en-US" b="1" dirty="0">
                      <a:solidFill>
                        <a:schemeClr val="accent5"/>
                      </a:solidFill>
                    </a:rPr>
                    <a:t>(1 task)</a:t>
                  </a:r>
                </a:p>
                <a:p>
                  <a:endParaRPr lang="en-US" sz="3200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0130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45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Tang, Meng</dc:creator>
  <cp:lastModifiedBy>Meng Tang</cp:lastModifiedBy>
  <cp:revision>31</cp:revision>
  <dcterms:created xsi:type="dcterms:W3CDTF">2025-01-30T16:45:59Z</dcterms:created>
  <dcterms:modified xsi:type="dcterms:W3CDTF">2025-09-13T05:34:05Z</dcterms:modified>
</cp:coreProperties>
</file>