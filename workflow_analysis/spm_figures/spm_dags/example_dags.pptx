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FFFF00"/>
    <a:srgbClr val="FFFFFF"/>
    <a:srgbClr val="CCFF99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4" autoAdjust="0"/>
    <p:restoredTop sz="94660"/>
  </p:normalViewPr>
  <p:slideViewPr>
    <p:cSldViewPr snapToGrid="0">
      <p:cViewPr varScale="1">
        <p:scale>
          <a:sx n="58" d="100"/>
          <a:sy n="58" d="100"/>
        </p:scale>
        <p:origin x="72" y="4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18F66-4516-3172-4E11-2EE1108515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831189-588F-626B-287D-68BBCE83C4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09518B-B4B4-BEA5-C700-DFFA2EC54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44DB-C3A0-4FF1-A7C5-619927E31133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D5FC74-F628-578D-1E1E-F418157D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800705-9DC3-810F-46AF-025696E89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6BD84-3D42-4891-A1B4-B448C678A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62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26EF6-54F7-BB88-6C4E-C3E11A93F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D933B3-5DDF-B141-CB41-C21B829C1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B7169-9227-5139-D6AD-B9AD21CB4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44DB-C3A0-4FF1-A7C5-619927E31133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9E7E4F-2A8D-1884-6993-61E1483CB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4467F6-3E74-378D-7790-42F4C1092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6BD84-3D42-4891-A1B4-B448C678A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807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B6915-24DE-969A-86C9-C53943B96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D92ED3-4008-CFEF-E476-07CFCF4EDE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1A402C-7364-59DF-EAEB-FA7F3462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44DB-C3A0-4FF1-A7C5-619927E31133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7C0ED4-3920-9EA9-7D87-2A9A1350C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01E5C-C94B-1E44-E80A-D7F2C91B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6BD84-3D42-4891-A1B4-B448C678A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403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1628C-1DAD-9BA0-536C-3C288FC17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3251C6-7DC2-88C1-A7B6-36885DE325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F543DF-88D8-EFB7-BC30-6B48DAC509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169428-5E3F-DE8B-E388-13517D356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44DB-C3A0-4FF1-A7C5-619927E31133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DCFC6-2785-89AF-EFBC-0F38189C9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52F346-5973-1DE3-9616-8E7EA2584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6BD84-3D42-4891-A1B4-B448C678A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631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45B2A-3146-1736-9530-9DE497FCB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1A0C1D-D306-14FD-E485-086AE8325D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9194A0-5793-5510-D7D9-B84A8C17EF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8655A-B7D5-2B59-10FA-4DB162B872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064D5A-CF33-4A9B-11D9-A3789E0D67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29F307-7655-5481-B0AD-5B9F6D641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44DB-C3A0-4FF1-A7C5-619927E31133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694592-320B-5811-CD1C-C141927CF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6924C3-A72F-CD07-5180-36A41F2F2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6BD84-3D42-4891-A1B4-B448C678A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043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6CA89-3D06-CB45-A6C7-206AC4E0B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539A76-FDDB-1B68-549C-F88314FC2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44DB-C3A0-4FF1-A7C5-619927E31133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853A49-45E1-7570-5B9F-D0150C961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0C6624-97CA-5DD1-5448-E12C9C7D6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6BD84-3D42-4891-A1B4-B448C678A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050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DB7C5F-B3B0-48EA-DB23-F720EE68F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44DB-C3A0-4FF1-A7C5-619927E31133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452023-7257-F31B-5C90-EE4322088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CAD8C4-1806-8EE4-4B73-0AB857E55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6BD84-3D42-4891-A1B4-B448C678A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250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A51AC-9541-5DF2-AF4B-3133B2663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DEAB1D-A452-0210-8C5F-FB6935A94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8DE232-447F-960A-6DE2-F9B6BCE4E9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8707F6-D57D-3781-06F0-884957FF9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44DB-C3A0-4FF1-A7C5-619927E31133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49D624-DB3E-7C79-8EE4-B578AF3F4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FEDC39-FF83-F5DF-BFD0-C95D45F5F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6BD84-3D42-4891-A1B4-B448C678A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042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C68E5-63F8-D815-EBF7-A4FF8C585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B046E4-BCAA-6E45-B44C-166BC7CB22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75E3D4-B3B4-B105-C08E-E1F705D29B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3DE746-B521-7CFB-1C68-A94513C3E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44DB-C3A0-4FF1-A7C5-619927E31133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F21A31-50D9-12A2-C1E2-12AE86778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CF26CC-001F-C7DF-4026-5962676D6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6BD84-3D42-4891-A1B4-B448C678A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167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8621A-8B1B-6E47-A34B-09F99B302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C133CC-A3F6-A017-9DDC-16EE013649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0DA59-9388-76A3-6FCD-36B44F299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44DB-C3A0-4FF1-A7C5-619927E31133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04E71A-733C-7DE1-DFE9-6A827E3A7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F0F7DD-F44B-5D6C-320A-DD4D1B77B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6BD84-3D42-4891-A1B4-B448C678A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626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9E21CE-974F-0B45-8355-AEBD2CE155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E93DDE-D989-658A-BAAF-D7CB3C4B85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F7FA0-6182-7385-915E-C238C9CBA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44DB-C3A0-4FF1-A7C5-619927E31133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6BB53A-1C49-2750-D3DA-624A2A4A9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3D33A5-2BAE-CE0F-DEDA-FA4799D5E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6BD84-3D42-4891-A1B4-B448C678A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762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7AA6AE-6F2F-0E0D-C08A-1BA8A9F14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8160DA-DF31-968A-B447-B92BD996FF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7854CD-BFAD-CD3D-7C3A-092D54CE0D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E644DB-C3A0-4FF1-A7C5-619927E31133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4BAB2-155F-EFDD-41C3-DE35C78A6A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F6EE3-6C12-FE3C-204A-EE739964D4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C6BD84-3D42-4891-A1B4-B448C678A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870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3" name="Group 332">
            <a:extLst>
              <a:ext uri="{FF2B5EF4-FFF2-40B4-BE49-F238E27FC236}">
                <a16:creationId xmlns:a16="http://schemas.microsoft.com/office/drawing/2014/main" id="{14F433A1-8801-B1A1-06D3-42397C4A6DA9}"/>
              </a:ext>
            </a:extLst>
          </p:cNvPr>
          <p:cNvGrpSpPr/>
          <p:nvPr/>
        </p:nvGrpSpPr>
        <p:grpSpPr>
          <a:xfrm>
            <a:off x="593565" y="1041709"/>
            <a:ext cx="5528009" cy="4623662"/>
            <a:chOff x="771525" y="1935890"/>
            <a:chExt cx="4658764" cy="3896620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4D3CC46F-42ED-FA88-3608-404E9CEE3C86}"/>
                </a:ext>
              </a:extLst>
            </p:cNvPr>
            <p:cNvGrpSpPr/>
            <p:nvPr/>
          </p:nvGrpSpPr>
          <p:grpSpPr>
            <a:xfrm>
              <a:off x="1805300" y="2588149"/>
              <a:ext cx="542022" cy="2332272"/>
              <a:chOff x="2537327" y="2106291"/>
              <a:chExt cx="454650" cy="1956319"/>
            </a:xfrm>
          </p:grpSpPr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9EC5C87F-B220-7E41-3014-AB05DAE859ED}"/>
                  </a:ext>
                </a:extLst>
              </p:cNvPr>
              <p:cNvSpPr/>
              <p:nvPr/>
            </p:nvSpPr>
            <p:spPr>
              <a:xfrm>
                <a:off x="2548224" y="2106291"/>
                <a:ext cx="443753" cy="44375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 dirty="0"/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16FA9D1B-347A-1346-44F5-2348C32E9DCE}"/>
                  </a:ext>
                </a:extLst>
              </p:cNvPr>
              <p:cNvSpPr/>
              <p:nvPr/>
            </p:nvSpPr>
            <p:spPr>
              <a:xfrm>
                <a:off x="2548224" y="2632116"/>
                <a:ext cx="443753" cy="44375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 dirty="0"/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2212F833-B076-A740-A4E2-4F98870A156E}"/>
                  </a:ext>
                </a:extLst>
              </p:cNvPr>
              <p:cNvSpPr/>
              <p:nvPr/>
            </p:nvSpPr>
            <p:spPr>
              <a:xfrm>
                <a:off x="2537327" y="3138793"/>
                <a:ext cx="443753" cy="44375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 dirty="0"/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FF6A12AE-521F-A83B-060B-95817D9D4FA0}"/>
                  </a:ext>
                </a:extLst>
              </p:cNvPr>
              <p:cNvSpPr/>
              <p:nvPr/>
            </p:nvSpPr>
            <p:spPr>
              <a:xfrm>
                <a:off x="2543109" y="3618857"/>
                <a:ext cx="443753" cy="44375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 dirty="0"/>
              </a:p>
            </p:txBody>
          </p:sp>
        </p:grp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CDEBD692-A5E8-A01B-5763-12E6BBC688E2}"/>
                </a:ext>
              </a:extLst>
            </p:cNvPr>
            <p:cNvSpPr/>
            <p:nvPr/>
          </p:nvSpPr>
          <p:spPr>
            <a:xfrm>
              <a:off x="966141" y="4100020"/>
              <a:ext cx="376483" cy="528997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dirty="0"/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92A34E27-BCF1-D531-4132-284FC20E3B30}"/>
                </a:ext>
              </a:extLst>
            </p:cNvPr>
            <p:cNvCxnSpPr>
              <a:cxnSpLocks/>
              <a:stCxn id="31" idx="3"/>
              <a:endCxn id="54" idx="3"/>
            </p:cNvCxnSpPr>
            <p:nvPr/>
          </p:nvCxnSpPr>
          <p:spPr>
            <a:xfrm flipV="1">
              <a:off x="1342624" y="3039704"/>
              <a:ext cx="553142" cy="1324815"/>
            </a:xfrm>
            <a:prstGeom prst="straightConnector1">
              <a:avLst/>
            </a:prstGeom>
            <a:ln w="12700">
              <a:solidFill>
                <a:srgbClr val="00B0F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703FCD1C-DA45-2EFA-96DD-99DB3C7141E8}"/>
                </a:ext>
              </a:extLst>
            </p:cNvPr>
            <p:cNvCxnSpPr>
              <a:cxnSpLocks/>
              <a:stCxn id="31" idx="3"/>
              <a:endCxn id="55" idx="2"/>
            </p:cNvCxnSpPr>
            <p:nvPr/>
          </p:nvCxnSpPr>
          <p:spPr>
            <a:xfrm flipV="1">
              <a:off x="1342624" y="3479539"/>
              <a:ext cx="475668" cy="884980"/>
            </a:xfrm>
            <a:prstGeom prst="straightConnector1">
              <a:avLst/>
            </a:prstGeom>
            <a:ln w="12700">
              <a:solidFill>
                <a:srgbClr val="00B0F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00FFEE6E-B865-A675-D3BC-21BE5AFCB79A}"/>
                </a:ext>
              </a:extLst>
            </p:cNvPr>
            <p:cNvCxnSpPr>
              <a:cxnSpLocks/>
              <a:stCxn id="31" idx="3"/>
              <a:endCxn id="56" idx="2"/>
            </p:cNvCxnSpPr>
            <p:nvPr/>
          </p:nvCxnSpPr>
          <p:spPr>
            <a:xfrm flipV="1">
              <a:off x="1342624" y="4083585"/>
              <a:ext cx="462676" cy="280934"/>
            </a:xfrm>
            <a:prstGeom prst="straightConnector1">
              <a:avLst/>
            </a:prstGeom>
            <a:ln w="12700">
              <a:solidFill>
                <a:srgbClr val="00B0F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E5E49CAE-5AE9-3FE1-2E10-A0812D357A3F}"/>
                </a:ext>
              </a:extLst>
            </p:cNvPr>
            <p:cNvCxnSpPr>
              <a:cxnSpLocks/>
              <a:stCxn id="31" idx="3"/>
              <a:endCxn id="57" idx="2"/>
            </p:cNvCxnSpPr>
            <p:nvPr/>
          </p:nvCxnSpPr>
          <p:spPr>
            <a:xfrm>
              <a:off x="1342624" y="4364519"/>
              <a:ext cx="469569" cy="291387"/>
            </a:xfrm>
            <a:prstGeom prst="straightConnector1">
              <a:avLst/>
            </a:prstGeom>
            <a:ln w="12700">
              <a:solidFill>
                <a:srgbClr val="00B0F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E6CD7261-22C1-22AC-D68D-EAC03E3467FD}"/>
                </a:ext>
              </a:extLst>
            </p:cNvPr>
            <p:cNvGrpSpPr/>
            <p:nvPr/>
          </p:nvGrpSpPr>
          <p:grpSpPr>
            <a:xfrm>
              <a:off x="1334811" y="2046903"/>
              <a:ext cx="1543142" cy="3377035"/>
              <a:chOff x="2262204" y="1609165"/>
              <a:chExt cx="1039907" cy="2578978"/>
            </a:xfrm>
          </p:grpSpPr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76B3B74-EC93-FBE8-AB9F-84CF5BB8AB36}"/>
                  </a:ext>
                </a:extLst>
              </p:cNvPr>
              <p:cNvSpPr txBox="1"/>
              <p:nvPr/>
            </p:nvSpPr>
            <p:spPr>
              <a:xfrm>
                <a:off x="2262204" y="1655382"/>
                <a:ext cx="1039907" cy="7329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 b="1" dirty="0">
                    <a:solidFill>
                      <a:schemeClr val="accent6"/>
                    </a:solidFill>
                  </a:rPr>
                  <a:t>tracks</a:t>
                </a:r>
              </a:p>
              <a:p>
                <a:endParaRPr lang="en-US" sz="3200" dirty="0"/>
              </a:p>
            </p:txBody>
          </p:sp>
          <p:sp>
            <p:nvSpPr>
              <p:cNvPr id="51" name="Rectangle: Rounded Corners 50">
                <a:extLst>
                  <a:ext uri="{FF2B5EF4-FFF2-40B4-BE49-F238E27FC236}">
                    <a16:creationId xmlns:a16="http://schemas.microsoft.com/office/drawing/2014/main" id="{B3B49516-311E-997F-9D54-2959B94B392E}"/>
                  </a:ext>
                </a:extLst>
              </p:cNvPr>
              <p:cNvSpPr/>
              <p:nvPr/>
            </p:nvSpPr>
            <p:spPr>
              <a:xfrm>
                <a:off x="2362199" y="1609165"/>
                <a:ext cx="851655" cy="2578978"/>
              </a:xfrm>
              <a:prstGeom prst="roundRect">
                <a:avLst/>
              </a:prstGeom>
              <a:noFill/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>
                  <a:solidFill>
                    <a:schemeClr val="accent3"/>
                  </a:solidFill>
                </a:endParaRPr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B76E83C9-008B-8902-5F8B-9AD23162F4F7}"/>
                </a:ext>
              </a:extLst>
            </p:cNvPr>
            <p:cNvGrpSpPr/>
            <p:nvPr/>
          </p:nvGrpSpPr>
          <p:grpSpPr>
            <a:xfrm>
              <a:off x="2807435" y="2633885"/>
              <a:ext cx="409193" cy="2525720"/>
              <a:chOff x="3436419" y="1751819"/>
              <a:chExt cx="714504" cy="4410235"/>
            </a:xfrm>
          </p:grpSpPr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E7CB2C50-CCEA-5BF5-5AF1-47F32B14BA4B}"/>
                  </a:ext>
                </a:extLst>
              </p:cNvPr>
              <p:cNvSpPr/>
              <p:nvPr/>
            </p:nvSpPr>
            <p:spPr>
              <a:xfrm>
                <a:off x="3445153" y="1751819"/>
                <a:ext cx="705770" cy="991679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/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4D025881-D3C6-E006-39CB-2A68BC402EC8}"/>
                  </a:ext>
                </a:extLst>
              </p:cNvPr>
              <p:cNvSpPr/>
              <p:nvPr/>
            </p:nvSpPr>
            <p:spPr>
              <a:xfrm>
                <a:off x="3436419" y="2891496"/>
                <a:ext cx="705770" cy="991679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/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635767C3-58AB-1110-8FF6-A67208098407}"/>
                  </a:ext>
                </a:extLst>
              </p:cNvPr>
              <p:cNvSpPr/>
              <p:nvPr/>
            </p:nvSpPr>
            <p:spPr>
              <a:xfrm>
                <a:off x="3445151" y="4034940"/>
                <a:ext cx="705770" cy="991679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/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FA8CA70E-916A-2FD9-15D9-43A8CBC369B8}"/>
                  </a:ext>
                </a:extLst>
              </p:cNvPr>
              <p:cNvSpPr/>
              <p:nvPr/>
            </p:nvSpPr>
            <p:spPr>
              <a:xfrm>
                <a:off x="3444997" y="5170375"/>
                <a:ext cx="705770" cy="991679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/>
              </a:p>
            </p:txBody>
          </p:sp>
        </p:grp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C27219EB-5117-8EA6-692B-207009DC246F}"/>
                </a:ext>
              </a:extLst>
            </p:cNvPr>
            <p:cNvCxnSpPr>
              <a:stCxn id="54" idx="6"/>
              <a:endCxn id="46" idx="1"/>
            </p:cNvCxnSpPr>
            <p:nvPr/>
          </p:nvCxnSpPr>
          <p:spPr>
            <a:xfrm>
              <a:off x="2347322" y="2852664"/>
              <a:ext cx="465115" cy="65186"/>
            </a:xfrm>
            <a:prstGeom prst="straightConnector1">
              <a:avLst/>
            </a:prstGeom>
            <a:ln w="12700">
              <a:solidFill>
                <a:srgbClr val="00B0F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D33A4B7F-E5E7-BF30-DB91-41C386ACCFD7}"/>
                </a:ext>
              </a:extLst>
            </p:cNvPr>
            <p:cNvCxnSpPr>
              <a:stCxn id="55" idx="6"/>
              <a:endCxn id="47" idx="1"/>
            </p:cNvCxnSpPr>
            <p:nvPr/>
          </p:nvCxnSpPr>
          <p:spPr>
            <a:xfrm>
              <a:off x="2347322" y="3479539"/>
              <a:ext cx="460113" cy="90999"/>
            </a:xfrm>
            <a:prstGeom prst="straightConnector1">
              <a:avLst/>
            </a:prstGeom>
            <a:ln w="12700">
              <a:solidFill>
                <a:srgbClr val="00B0F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B3845A64-B93E-793C-0041-0F55A21695A4}"/>
                </a:ext>
              </a:extLst>
            </p:cNvPr>
            <p:cNvCxnSpPr>
              <a:stCxn id="56" idx="6"/>
              <a:endCxn id="48" idx="1"/>
            </p:cNvCxnSpPr>
            <p:nvPr/>
          </p:nvCxnSpPr>
          <p:spPr>
            <a:xfrm>
              <a:off x="2334330" y="4083585"/>
              <a:ext cx="478106" cy="141797"/>
            </a:xfrm>
            <a:prstGeom prst="straightConnector1">
              <a:avLst/>
            </a:prstGeom>
            <a:ln w="12700">
              <a:solidFill>
                <a:srgbClr val="00B0F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079AFBAB-11BA-BA48-6A73-E658E9C371DC}"/>
                </a:ext>
              </a:extLst>
            </p:cNvPr>
            <p:cNvCxnSpPr>
              <a:stCxn id="57" idx="6"/>
              <a:endCxn id="49" idx="1"/>
            </p:cNvCxnSpPr>
            <p:nvPr/>
          </p:nvCxnSpPr>
          <p:spPr>
            <a:xfrm>
              <a:off x="2341224" y="4655906"/>
              <a:ext cx="471124" cy="219734"/>
            </a:xfrm>
            <a:prstGeom prst="straightConnector1">
              <a:avLst/>
            </a:prstGeom>
            <a:ln w="12700">
              <a:solidFill>
                <a:srgbClr val="00B0F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95F9AC64-18B3-7575-6854-44DA885851ED}"/>
                </a:ext>
              </a:extLst>
            </p:cNvPr>
            <p:cNvCxnSpPr>
              <a:cxnSpLocks/>
              <a:stCxn id="46" idx="3"/>
              <a:endCxn id="52" idx="2"/>
            </p:cNvCxnSpPr>
            <p:nvPr/>
          </p:nvCxnSpPr>
          <p:spPr>
            <a:xfrm>
              <a:off x="3216628" y="2917850"/>
              <a:ext cx="585322" cy="1023939"/>
            </a:xfrm>
            <a:prstGeom prst="straightConnector1">
              <a:avLst/>
            </a:prstGeom>
            <a:ln w="12700">
              <a:solidFill>
                <a:srgbClr val="00B0F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EEB147A8-A6AF-6726-8E15-7F15890E7314}"/>
                </a:ext>
              </a:extLst>
            </p:cNvPr>
            <p:cNvCxnSpPr>
              <a:stCxn id="47" idx="3"/>
              <a:endCxn id="52" idx="2"/>
            </p:cNvCxnSpPr>
            <p:nvPr/>
          </p:nvCxnSpPr>
          <p:spPr>
            <a:xfrm>
              <a:off x="3211626" y="3570537"/>
              <a:ext cx="590324" cy="371252"/>
            </a:xfrm>
            <a:prstGeom prst="straightConnector1">
              <a:avLst/>
            </a:prstGeom>
            <a:ln w="12700">
              <a:solidFill>
                <a:srgbClr val="00B0F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9ED7A7AE-73EF-44C2-83B8-B754D60D491D}"/>
                </a:ext>
              </a:extLst>
            </p:cNvPr>
            <p:cNvGrpSpPr/>
            <p:nvPr/>
          </p:nvGrpSpPr>
          <p:grpSpPr>
            <a:xfrm>
              <a:off x="771525" y="1935890"/>
              <a:ext cx="4658764" cy="3596211"/>
              <a:chOff x="392846" y="1142116"/>
              <a:chExt cx="6024014" cy="4547456"/>
            </a:xfrm>
          </p:grpSpPr>
          <p:sp>
            <p:nvSpPr>
              <p:cNvPr id="84" name="Rectangle: Rounded Corners 83">
                <a:extLst>
                  <a:ext uri="{FF2B5EF4-FFF2-40B4-BE49-F238E27FC236}">
                    <a16:creationId xmlns:a16="http://schemas.microsoft.com/office/drawing/2014/main" id="{5AF56833-5B3D-A46C-A264-201E1D209001}"/>
                  </a:ext>
                </a:extLst>
              </p:cNvPr>
              <p:cNvSpPr/>
              <p:nvPr/>
            </p:nvSpPr>
            <p:spPr>
              <a:xfrm>
                <a:off x="392846" y="1142116"/>
                <a:ext cx="5345866" cy="4547456"/>
              </a:xfrm>
              <a:prstGeom prst="roundRect">
                <a:avLst/>
              </a:prstGeom>
              <a:noFill/>
              <a:ln w="57150">
                <a:solidFill>
                  <a:srgbClr val="C0000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6C6ED8EC-244D-DEFA-3A10-394B40CFAA33}"/>
                  </a:ext>
                </a:extLst>
              </p:cNvPr>
              <p:cNvSpPr txBox="1"/>
              <p:nvPr/>
            </p:nvSpPr>
            <p:spPr>
              <a:xfrm>
                <a:off x="2205811" y="1291040"/>
                <a:ext cx="4211049" cy="6231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200" b="1" dirty="0">
                    <a:solidFill>
                      <a:srgbClr val="C00000"/>
                    </a:solidFill>
                  </a:rPr>
                  <a:t>DAG (1)</a:t>
                </a:r>
              </a:p>
            </p:txBody>
          </p:sp>
        </p:grp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BFC40897-E61D-84E3-96C3-41198F427A3F}"/>
                </a:ext>
              </a:extLst>
            </p:cNvPr>
            <p:cNvSpPr/>
            <p:nvPr/>
          </p:nvSpPr>
          <p:spPr>
            <a:xfrm>
              <a:off x="955609" y="3213935"/>
              <a:ext cx="397174" cy="55807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dirty="0"/>
            </a:p>
          </p:txBody>
        </p: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BAE4D07D-5F7D-6CD8-9D37-BA13A8848F77}"/>
                </a:ext>
              </a:extLst>
            </p:cNvPr>
            <p:cNvCxnSpPr>
              <a:cxnSpLocks/>
              <a:stCxn id="101" idx="3"/>
              <a:endCxn id="54" idx="3"/>
            </p:cNvCxnSpPr>
            <p:nvPr/>
          </p:nvCxnSpPr>
          <p:spPr>
            <a:xfrm flipV="1">
              <a:off x="1352783" y="3039704"/>
              <a:ext cx="542983" cy="453267"/>
            </a:xfrm>
            <a:prstGeom prst="straightConnector1">
              <a:avLst/>
            </a:prstGeom>
            <a:ln w="12700">
              <a:solidFill>
                <a:srgbClr val="00B0F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E56E9912-49ED-0545-3734-D5F719FA29CA}"/>
                </a:ext>
              </a:extLst>
            </p:cNvPr>
            <p:cNvCxnSpPr>
              <a:cxnSpLocks/>
              <a:stCxn id="101" idx="3"/>
              <a:endCxn id="55" idx="2"/>
            </p:cNvCxnSpPr>
            <p:nvPr/>
          </p:nvCxnSpPr>
          <p:spPr>
            <a:xfrm flipV="1">
              <a:off x="1352783" y="3479539"/>
              <a:ext cx="465508" cy="13433"/>
            </a:xfrm>
            <a:prstGeom prst="straightConnector1">
              <a:avLst/>
            </a:prstGeom>
            <a:ln w="12700">
              <a:solidFill>
                <a:srgbClr val="00B0F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224A953C-BED0-6777-8C64-CB3F6D00465A}"/>
                </a:ext>
              </a:extLst>
            </p:cNvPr>
            <p:cNvCxnSpPr>
              <a:cxnSpLocks/>
              <a:stCxn id="101" idx="3"/>
              <a:endCxn id="56" idx="2"/>
            </p:cNvCxnSpPr>
            <p:nvPr/>
          </p:nvCxnSpPr>
          <p:spPr>
            <a:xfrm>
              <a:off x="1352783" y="3492971"/>
              <a:ext cx="452516" cy="590614"/>
            </a:xfrm>
            <a:prstGeom prst="straightConnector1">
              <a:avLst/>
            </a:prstGeom>
            <a:ln w="12700">
              <a:solidFill>
                <a:srgbClr val="00B0F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BD89D4E7-FFE3-BF80-F516-545DFDC64350}"/>
                </a:ext>
              </a:extLst>
            </p:cNvPr>
            <p:cNvCxnSpPr>
              <a:cxnSpLocks/>
              <a:stCxn id="101" idx="3"/>
              <a:endCxn id="57" idx="2"/>
            </p:cNvCxnSpPr>
            <p:nvPr/>
          </p:nvCxnSpPr>
          <p:spPr>
            <a:xfrm>
              <a:off x="1352783" y="3492971"/>
              <a:ext cx="459410" cy="1162935"/>
            </a:xfrm>
            <a:prstGeom prst="straightConnector1">
              <a:avLst/>
            </a:prstGeom>
            <a:ln w="12700">
              <a:solidFill>
                <a:srgbClr val="00B0F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27BBA57E-0E02-6507-B259-78DD2B084398}"/>
                </a:ext>
              </a:extLst>
            </p:cNvPr>
            <p:cNvSpPr txBox="1"/>
            <p:nvPr/>
          </p:nvSpPr>
          <p:spPr>
            <a:xfrm>
              <a:off x="1233504" y="4820925"/>
              <a:ext cx="1693919" cy="101158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6"/>
                  </a:solidFill>
                </a:rPr>
                <a:t>…</a:t>
              </a:r>
            </a:p>
            <a:p>
              <a:pPr algn="ctr"/>
              <a:r>
                <a:rPr lang="en-US" sz="2000" b="1" dirty="0">
                  <a:solidFill>
                    <a:schemeClr val="accent6"/>
                  </a:solidFill>
                </a:rPr>
                <a:t>(240 tasks)</a:t>
              </a:r>
            </a:p>
            <a:p>
              <a:endParaRPr lang="en-US" sz="3200" dirty="0"/>
            </a:p>
          </p:txBody>
        </p: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FBF30B28-392D-98E0-FE5D-F138DDBDF87F}"/>
                </a:ext>
              </a:extLst>
            </p:cNvPr>
            <p:cNvCxnSpPr>
              <a:cxnSpLocks/>
              <a:stCxn id="48" idx="3"/>
              <a:endCxn id="52" idx="2"/>
            </p:cNvCxnSpPr>
            <p:nvPr/>
          </p:nvCxnSpPr>
          <p:spPr>
            <a:xfrm flipV="1">
              <a:off x="3216627" y="3941789"/>
              <a:ext cx="585323" cy="283593"/>
            </a:xfrm>
            <a:prstGeom prst="straightConnector1">
              <a:avLst/>
            </a:prstGeom>
            <a:ln w="12700">
              <a:solidFill>
                <a:srgbClr val="00B0F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6200E53D-6261-3803-2C9D-030FC2602A27}"/>
                </a:ext>
              </a:extLst>
            </p:cNvPr>
            <p:cNvCxnSpPr>
              <a:cxnSpLocks/>
              <a:stCxn id="49" idx="3"/>
              <a:endCxn id="52" idx="2"/>
            </p:cNvCxnSpPr>
            <p:nvPr/>
          </p:nvCxnSpPr>
          <p:spPr>
            <a:xfrm flipV="1">
              <a:off x="3216539" y="3941789"/>
              <a:ext cx="585411" cy="933851"/>
            </a:xfrm>
            <a:prstGeom prst="straightConnector1">
              <a:avLst/>
            </a:prstGeom>
            <a:ln w="12700">
              <a:solidFill>
                <a:srgbClr val="00B0F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01" name="Group 300">
              <a:extLst>
                <a:ext uri="{FF2B5EF4-FFF2-40B4-BE49-F238E27FC236}">
                  <a16:creationId xmlns:a16="http://schemas.microsoft.com/office/drawing/2014/main" id="{6AB6E727-81FA-E7B4-0EAE-80D61D9D6F4D}"/>
                </a:ext>
              </a:extLst>
            </p:cNvPr>
            <p:cNvGrpSpPr/>
            <p:nvPr/>
          </p:nvGrpSpPr>
          <p:grpSpPr>
            <a:xfrm>
              <a:off x="3232833" y="3155855"/>
              <a:ext cx="1708948" cy="1923740"/>
              <a:chOff x="3763543" y="3171826"/>
              <a:chExt cx="1708948" cy="1923740"/>
            </a:xfrm>
          </p:grpSpPr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769255AC-C420-82EF-15AF-EC786814002D}"/>
                  </a:ext>
                </a:extLst>
              </p:cNvPr>
              <p:cNvSpPr/>
              <p:nvPr/>
            </p:nvSpPr>
            <p:spPr>
              <a:xfrm>
                <a:off x="4332660" y="3681210"/>
                <a:ext cx="553099" cy="55309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 dirty="0"/>
              </a:p>
            </p:txBody>
          </p:sp>
          <p:grpSp>
            <p:nvGrpSpPr>
              <p:cNvPr id="300" name="Group 299">
                <a:extLst>
                  <a:ext uri="{FF2B5EF4-FFF2-40B4-BE49-F238E27FC236}">
                    <a16:creationId xmlns:a16="http://schemas.microsoft.com/office/drawing/2014/main" id="{853F94E2-4E86-0D0D-8BB0-2F8C0EC6970A}"/>
                  </a:ext>
                </a:extLst>
              </p:cNvPr>
              <p:cNvGrpSpPr/>
              <p:nvPr/>
            </p:nvGrpSpPr>
            <p:grpSpPr>
              <a:xfrm>
                <a:off x="3763543" y="3171826"/>
                <a:ext cx="1708948" cy="1923740"/>
                <a:chOff x="2904164" y="3080423"/>
                <a:chExt cx="1708948" cy="1923740"/>
              </a:xfrm>
            </p:grpSpPr>
            <p:grpSp>
              <p:nvGrpSpPr>
                <p:cNvPr id="28" name="Group 27">
                  <a:extLst>
                    <a:ext uri="{FF2B5EF4-FFF2-40B4-BE49-F238E27FC236}">
                      <a16:creationId xmlns:a16="http://schemas.microsoft.com/office/drawing/2014/main" id="{DAF7C894-08D7-D69E-56B5-C37AF9528F76}"/>
                    </a:ext>
                  </a:extLst>
                </p:cNvPr>
                <p:cNvGrpSpPr/>
                <p:nvPr/>
              </p:nvGrpSpPr>
              <p:grpSpPr>
                <a:xfrm>
                  <a:off x="2904164" y="3080423"/>
                  <a:ext cx="1691331" cy="1512899"/>
                  <a:chOff x="2220514" y="2148449"/>
                  <a:chExt cx="1039907" cy="1637764"/>
                </a:xfrm>
              </p:grpSpPr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B5753BFA-502A-FD76-F2F6-16B56DDB0FAF}"/>
                      </a:ext>
                    </a:extLst>
                  </p:cNvPr>
                  <p:cNvSpPr txBox="1"/>
                  <p:nvPr/>
                </p:nvSpPr>
                <p:spPr>
                  <a:xfrm>
                    <a:off x="2220514" y="2163510"/>
                    <a:ext cx="1039907" cy="103891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3600" b="1" dirty="0">
                        <a:solidFill>
                          <a:schemeClr val="accent2"/>
                        </a:solidFill>
                      </a:rPr>
                      <a:t>stats</a:t>
                    </a:r>
                  </a:p>
                  <a:p>
                    <a:endParaRPr lang="en-US" sz="3200" dirty="0"/>
                  </a:p>
                </p:txBody>
              </p:sp>
              <p:sp>
                <p:nvSpPr>
                  <p:cNvPr id="59" name="Rectangle: Rounded Corners 58">
                    <a:extLst>
                      <a:ext uri="{FF2B5EF4-FFF2-40B4-BE49-F238E27FC236}">
                        <a16:creationId xmlns:a16="http://schemas.microsoft.com/office/drawing/2014/main" id="{6F335E1D-97E9-D5E0-773F-1B2253F25B44}"/>
                      </a:ext>
                    </a:extLst>
                  </p:cNvPr>
                  <p:cNvSpPr/>
                  <p:nvPr/>
                </p:nvSpPr>
                <p:spPr>
                  <a:xfrm>
                    <a:off x="2362200" y="2148449"/>
                    <a:ext cx="776608" cy="1637764"/>
                  </a:xfrm>
                  <a:prstGeom prst="roundRect">
                    <a:avLst/>
                  </a:prstGeom>
                  <a:noFill/>
                  <a:ln>
                    <a:solidFill>
                      <a:schemeClr val="accent2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3200">
                      <a:solidFill>
                        <a:schemeClr val="accent3"/>
                      </a:solidFill>
                    </a:endParaRPr>
                  </a:p>
                </p:txBody>
              </p:sp>
            </p:grpSp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A9F78E85-FB09-8152-2116-7711E79FDD2A}"/>
                    </a:ext>
                  </a:extLst>
                </p:cNvPr>
                <p:cNvSpPr txBox="1"/>
                <p:nvPr/>
              </p:nvSpPr>
              <p:spPr>
                <a:xfrm>
                  <a:off x="2919193" y="3940702"/>
                  <a:ext cx="1693919" cy="106346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endParaRPr lang="en-US" sz="1600" b="1" dirty="0">
                    <a:solidFill>
                      <a:schemeClr val="accent2"/>
                    </a:solidFill>
                  </a:endParaRPr>
                </a:p>
                <a:p>
                  <a:pPr algn="ctr"/>
                  <a:r>
                    <a:rPr lang="en-US" sz="2800" b="1" dirty="0">
                      <a:solidFill>
                        <a:schemeClr val="accent2"/>
                      </a:solidFill>
                    </a:rPr>
                    <a:t>(1 task)</a:t>
                  </a:r>
                </a:p>
                <a:p>
                  <a:endParaRPr lang="en-US" sz="3200" dirty="0"/>
                </a:p>
              </p:txBody>
            </p:sp>
          </p:grpSp>
        </p:grpSp>
      </p:grpSp>
      <p:grpSp>
        <p:nvGrpSpPr>
          <p:cNvPr id="332" name="Group 331">
            <a:extLst>
              <a:ext uri="{FF2B5EF4-FFF2-40B4-BE49-F238E27FC236}">
                <a16:creationId xmlns:a16="http://schemas.microsoft.com/office/drawing/2014/main" id="{462E0B42-3F28-6006-E3DA-5747E5C46DB4}"/>
              </a:ext>
            </a:extLst>
          </p:cNvPr>
          <p:cNvGrpSpPr/>
          <p:nvPr/>
        </p:nvGrpSpPr>
        <p:grpSpPr>
          <a:xfrm>
            <a:off x="5973047" y="1589179"/>
            <a:ext cx="5854614" cy="3301081"/>
            <a:chOff x="5767051" y="2792616"/>
            <a:chExt cx="3676172" cy="2072783"/>
          </a:xfrm>
        </p:grpSpPr>
        <p:grpSp>
          <p:nvGrpSpPr>
            <p:cNvPr id="306" name="Group 305">
              <a:extLst>
                <a:ext uri="{FF2B5EF4-FFF2-40B4-BE49-F238E27FC236}">
                  <a16:creationId xmlns:a16="http://schemas.microsoft.com/office/drawing/2014/main" id="{59696CA9-BCC8-CF04-8A22-9B274C82136B}"/>
                </a:ext>
              </a:extLst>
            </p:cNvPr>
            <p:cNvGrpSpPr/>
            <p:nvPr/>
          </p:nvGrpSpPr>
          <p:grpSpPr>
            <a:xfrm>
              <a:off x="5767051" y="3164727"/>
              <a:ext cx="1708948" cy="1652629"/>
              <a:chOff x="3763543" y="3171826"/>
              <a:chExt cx="1708948" cy="1652629"/>
            </a:xfrm>
          </p:grpSpPr>
          <p:sp>
            <p:nvSpPr>
              <p:cNvPr id="307" name="Oval 306">
                <a:extLst>
                  <a:ext uri="{FF2B5EF4-FFF2-40B4-BE49-F238E27FC236}">
                    <a16:creationId xmlns:a16="http://schemas.microsoft.com/office/drawing/2014/main" id="{48DC146D-C32D-C845-2F3B-723810247D70}"/>
                  </a:ext>
                </a:extLst>
              </p:cNvPr>
              <p:cNvSpPr/>
              <p:nvPr/>
            </p:nvSpPr>
            <p:spPr>
              <a:xfrm>
                <a:off x="4332660" y="3681210"/>
                <a:ext cx="553099" cy="55309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 dirty="0"/>
              </a:p>
            </p:txBody>
          </p:sp>
          <p:grpSp>
            <p:nvGrpSpPr>
              <p:cNvPr id="308" name="Group 307">
                <a:extLst>
                  <a:ext uri="{FF2B5EF4-FFF2-40B4-BE49-F238E27FC236}">
                    <a16:creationId xmlns:a16="http://schemas.microsoft.com/office/drawing/2014/main" id="{73BCEFA4-27D5-0A7B-4F7A-DD26F3E53A27}"/>
                  </a:ext>
                </a:extLst>
              </p:cNvPr>
              <p:cNvGrpSpPr/>
              <p:nvPr/>
            </p:nvGrpSpPr>
            <p:grpSpPr>
              <a:xfrm>
                <a:off x="3763543" y="3171826"/>
                <a:ext cx="1708948" cy="1652629"/>
                <a:chOff x="2904164" y="3080423"/>
                <a:chExt cx="1708948" cy="1652629"/>
              </a:xfrm>
            </p:grpSpPr>
            <p:grpSp>
              <p:nvGrpSpPr>
                <p:cNvPr id="309" name="Group 308">
                  <a:extLst>
                    <a:ext uri="{FF2B5EF4-FFF2-40B4-BE49-F238E27FC236}">
                      <a16:creationId xmlns:a16="http://schemas.microsoft.com/office/drawing/2014/main" id="{F2310B5A-4352-FA5A-B320-AB1870074F03}"/>
                    </a:ext>
                  </a:extLst>
                </p:cNvPr>
                <p:cNvGrpSpPr/>
                <p:nvPr/>
              </p:nvGrpSpPr>
              <p:grpSpPr>
                <a:xfrm>
                  <a:off x="2904164" y="3080423"/>
                  <a:ext cx="1691331" cy="1512899"/>
                  <a:chOff x="2220514" y="2148449"/>
                  <a:chExt cx="1039907" cy="1637764"/>
                </a:xfrm>
              </p:grpSpPr>
              <p:sp>
                <p:nvSpPr>
                  <p:cNvPr id="311" name="TextBox 310">
                    <a:extLst>
                      <a:ext uri="{FF2B5EF4-FFF2-40B4-BE49-F238E27FC236}">
                        <a16:creationId xmlns:a16="http://schemas.microsoft.com/office/drawing/2014/main" id="{14EF9011-11FB-D931-BB95-9BE8FCB06D19}"/>
                      </a:ext>
                    </a:extLst>
                  </p:cNvPr>
                  <p:cNvSpPr txBox="1"/>
                  <p:nvPr/>
                </p:nvSpPr>
                <p:spPr>
                  <a:xfrm>
                    <a:off x="2220514" y="2163510"/>
                    <a:ext cx="1039907" cy="77406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3600" b="1" dirty="0">
                        <a:solidFill>
                          <a:schemeClr val="accent2"/>
                        </a:solidFill>
                      </a:rPr>
                      <a:t>stats</a:t>
                    </a:r>
                  </a:p>
                  <a:p>
                    <a:endParaRPr lang="en-US" sz="3200" dirty="0"/>
                  </a:p>
                </p:txBody>
              </p:sp>
              <p:sp>
                <p:nvSpPr>
                  <p:cNvPr id="312" name="Rectangle: Rounded Corners 311">
                    <a:extLst>
                      <a:ext uri="{FF2B5EF4-FFF2-40B4-BE49-F238E27FC236}">
                        <a16:creationId xmlns:a16="http://schemas.microsoft.com/office/drawing/2014/main" id="{05FEC012-43BE-CC4E-1AA4-52DFA84A1CF8}"/>
                      </a:ext>
                    </a:extLst>
                  </p:cNvPr>
                  <p:cNvSpPr/>
                  <p:nvPr/>
                </p:nvSpPr>
                <p:spPr>
                  <a:xfrm>
                    <a:off x="2362200" y="2148449"/>
                    <a:ext cx="776608" cy="1637764"/>
                  </a:xfrm>
                  <a:prstGeom prst="roundRect">
                    <a:avLst/>
                  </a:prstGeom>
                  <a:noFill/>
                  <a:ln>
                    <a:solidFill>
                      <a:schemeClr val="accent2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3200">
                      <a:solidFill>
                        <a:schemeClr val="accent3"/>
                      </a:solidFill>
                    </a:endParaRPr>
                  </a:p>
                </p:txBody>
              </p:sp>
            </p:grpSp>
            <p:sp>
              <p:nvSpPr>
                <p:cNvPr id="310" name="TextBox 309">
                  <a:extLst>
                    <a:ext uri="{FF2B5EF4-FFF2-40B4-BE49-F238E27FC236}">
                      <a16:creationId xmlns:a16="http://schemas.microsoft.com/office/drawing/2014/main" id="{588F1EB7-5929-5C81-BE5C-F67E5DC497D5}"/>
                    </a:ext>
                  </a:extLst>
                </p:cNvPr>
                <p:cNvSpPr txBox="1"/>
                <p:nvPr/>
              </p:nvSpPr>
              <p:spPr>
                <a:xfrm>
                  <a:off x="2919193" y="3940702"/>
                  <a:ext cx="1693919" cy="7923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endParaRPr lang="en-US" sz="1600" b="1" dirty="0">
                    <a:solidFill>
                      <a:schemeClr val="accent2"/>
                    </a:solidFill>
                  </a:endParaRPr>
                </a:p>
                <a:p>
                  <a:pPr algn="ctr"/>
                  <a:r>
                    <a:rPr lang="en-US" sz="2800" b="1" dirty="0">
                      <a:solidFill>
                        <a:schemeClr val="accent2"/>
                      </a:solidFill>
                    </a:rPr>
                    <a:t>(1 task)</a:t>
                  </a:r>
                </a:p>
                <a:p>
                  <a:endParaRPr lang="en-US" sz="3200" dirty="0"/>
                </a:p>
              </p:txBody>
            </p:sp>
          </p:grpSp>
        </p:grpSp>
        <p:sp>
          <p:nvSpPr>
            <p:cNvPr id="313" name="Rectangle 312">
              <a:extLst>
                <a:ext uri="{FF2B5EF4-FFF2-40B4-BE49-F238E27FC236}">
                  <a16:creationId xmlns:a16="http://schemas.microsoft.com/office/drawing/2014/main" id="{87D58DE7-C5F8-C265-D92F-379ED962792C}"/>
                </a:ext>
              </a:extLst>
            </p:cNvPr>
            <p:cNvSpPr/>
            <p:nvPr/>
          </p:nvSpPr>
          <p:spPr>
            <a:xfrm>
              <a:off x="7424238" y="3721533"/>
              <a:ext cx="376483" cy="528997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dirty="0"/>
            </a:p>
          </p:txBody>
        </p:sp>
        <p:grpSp>
          <p:nvGrpSpPr>
            <p:cNvPr id="314" name="Group 313">
              <a:extLst>
                <a:ext uri="{FF2B5EF4-FFF2-40B4-BE49-F238E27FC236}">
                  <a16:creationId xmlns:a16="http://schemas.microsoft.com/office/drawing/2014/main" id="{FCB2DDE3-B6CC-847B-65E3-DFE76A26BE7B}"/>
                </a:ext>
              </a:extLst>
            </p:cNvPr>
            <p:cNvGrpSpPr/>
            <p:nvPr/>
          </p:nvGrpSpPr>
          <p:grpSpPr>
            <a:xfrm>
              <a:off x="7749304" y="3188323"/>
              <a:ext cx="1693919" cy="1677076"/>
              <a:chOff x="3763543" y="3171826"/>
              <a:chExt cx="1693919" cy="1677076"/>
            </a:xfrm>
          </p:grpSpPr>
          <p:sp>
            <p:nvSpPr>
              <p:cNvPr id="315" name="Oval 314">
                <a:extLst>
                  <a:ext uri="{FF2B5EF4-FFF2-40B4-BE49-F238E27FC236}">
                    <a16:creationId xmlns:a16="http://schemas.microsoft.com/office/drawing/2014/main" id="{66910939-D470-1C24-830C-E0588EAC65AF}"/>
                  </a:ext>
                </a:extLst>
              </p:cNvPr>
              <p:cNvSpPr/>
              <p:nvPr/>
            </p:nvSpPr>
            <p:spPr>
              <a:xfrm>
                <a:off x="4332660" y="3681210"/>
                <a:ext cx="553099" cy="553099"/>
              </a:xfrm>
              <a:prstGeom prst="ellipse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 dirty="0"/>
              </a:p>
            </p:txBody>
          </p:sp>
          <p:grpSp>
            <p:nvGrpSpPr>
              <p:cNvPr id="316" name="Group 315">
                <a:extLst>
                  <a:ext uri="{FF2B5EF4-FFF2-40B4-BE49-F238E27FC236}">
                    <a16:creationId xmlns:a16="http://schemas.microsoft.com/office/drawing/2014/main" id="{37BAC8F7-ED80-4303-D3DC-5EB7C130F64B}"/>
                  </a:ext>
                </a:extLst>
              </p:cNvPr>
              <p:cNvGrpSpPr/>
              <p:nvPr/>
            </p:nvGrpSpPr>
            <p:grpSpPr>
              <a:xfrm>
                <a:off x="3763543" y="3171826"/>
                <a:ext cx="1693919" cy="1677076"/>
                <a:chOff x="2904164" y="3080423"/>
                <a:chExt cx="1693919" cy="1677076"/>
              </a:xfrm>
            </p:grpSpPr>
            <p:grpSp>
              <p:nvGrpSpPr>
                <p:cNvPr id="317" name="Group 316">
                  <a:extLst>
                    <a:ext uri="{FF2B5EF4-FFF2-40B4-BE49-F238E27FC236}">
                      <a16:creationId xmlns:a16="http://schemas.microsoft.com/office/drawing/2014/main" id="{9DE2EFD6-A1A1-4B4C-6185-145D19071E7B}"/>
                    </a:ext>
                  </a:extLst>
                </p:cNvPr>
                <p:cNvGrpSpPr/>
                <p:nvPr/>
              </p:nvGrpSpPr>
              <p:grpSpPr>
                <a:xfrm>
                  <a:off x="2904164" y="3080423"/>
                  <a:ext cx="1691331" cy="1512899"/>
                  <a:chOff x="2220514" y="2148449"/>
                  <a:chExt cx="1039907" cy="1637764"/>
                </a:xfrm>
              </p:grpSpPr>
              <p:sp>
                <p:nvSpPr>
                  <p:cNvPr id="319" name="TextBox 318">
                    <a:extLst>
                      <a:ext uri="{FF2B5EF4-FFF2-40B4-BE49-F238E27FC236}">
                        <a16:creationId xmlns:a16="http://schemas.microsoft.com/office/drawing/2014/main" id="{A9B7342C-51AF-4817-1F34-C8645DD576EB}"/>
                      </a:ext>
                    </a:extLst>
                  </p:cNvPr>
                  <p:cNvSpPr txBox="1"/>
                  <p:nvPr/>
                </p:nvSpPr>
                <p:spPr>
                  <a:xfrm>
                    <a:off x="2220514" y="2163510"/>
                    <a:ext cx="1039907" cy="77406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3600" b="1" dirty="0" err="1">
                        <a:solidFill>
                          <a:schemeClr val="accent2">
                            <a:lumMod val="50000"/>
                          </a:schemeClr>
                        </a:solidFill>
                      </a:rPr>
                      <a:t>idfymcs</a:t>
                    </a:r>
                    <a:endParaRPr lang="en-US" sz="3600" b="1" dirty="0">
                      <a:solidFill>
                        <a:schemeClr val="accent2">
                          <a:lumMod val="50000"/>
                        </a:schemeClr>
                      </a:solidFill>
                    </a:endParaRPr>
                  </a:p>
                  <a:p>
                    <a:endParaRPr lang="en-US" sz="3200" dirty="0"/>
                  </a:p>
                </p:txBody>
              </p:sp>
              <p:sp>
                <p:nvSpPr>
                  <p:cNvPr id="320" name="Rectangle: Rounded Corners 319">
                    <a:extLst>
                      <a:ext uri="{FF2B5EF4-FFF2-40B4-BE49-F238E27FC236}">
                        <a16:creationId xmlns:a16="http://schemas.microsoft.com/office/drawing/2014/main" id="{B6D6E076-B6C9-1AF9-3F64-BC5C8B2484FE}"/>
                      </a:ext>
                    </a:extLst>
                  </p:cNvPr>
                  <p:cNvSpPr/>
                  <p:nvPr/>
                </p:nvSpPr>
                <p:spPr>
                  <a:xfrm>
                    <a:off x="2362200" y="2148449"/>
                    <a:ext cx="776608" cy="1637764"/>
                  </a:xfrm>
                  <a:prstGeom prst="roundRect">
                    <a:avLst/>
                  </a:prstGeom>
                  <a:noFill/>
                  <a:ln>
                    <a:solidFill>
                      <a:schemeClr val="accent2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3200">
                      <a:solidFill>
                        <a:schemeClr val="accent3"/>
                      </a:solidFill>
                    </a:endParaRPr>
                  </a:p>
                </p:txBody>
              </p:sp>
            </p:grpSp>
            <p:sp>
              <p:nvSpPr>
                <p:cNvPr id="318" name="TextBox 317">
                  <a:extLst>
                    <a:ext uri="{FF2B5EF4-FFF2-40B4-BE49-F238E27FC236}">
                      <a16:creationId xmlns:a16="http://schemas.microsoft.com/office/drawing/2014/main" id="{41F3FBA4-2E8A-E6AC-968D-C9F3FBEC7928}"/>
                    </a:ext>
                  </a:extLst>
                </p:cNvPr>
                <p:cNvSpPr txBox="1"/>
                <p:nvPr/>
              </p:nvSpPr>
              <p:spPr>
                <a:xfrm>
                  <a:off x="2904164" y="3926498"/>
                  <a:ext cx="1693919" cy="83100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endParaRPr lang="en-US" sz="1600" b="1" dirty="0">
                    <a:solidFill>
                      <a:schemeClr val="accent2"/>
                    </a:solidFill>
                  </a:endParaRPr>
                </a:p>
                <a:p>
                  <a:pPr algn="ctr"/>
                  <a:r>
                    <a:rPr lang="en-US" sz="3200" b="1" dirty="0">
                      <a:solidFill>
                        <a:schemeClr val="accent2">
                          <a:lumMod val="50000"/>
                        </a:schemeClr>
                      </a:solidFill>
                    </a:rPr>
                    <a:t>(1 task)</a:t>
                  </a:r>
                </a:p>
                <a:p>
                  <a:endParaRPr lang="en-US" sz="3200" dirty="0"/>
                </a:p>
              </p:txBody>
            </p:sp>
          </p:grpSp>
        </p:grpSp>
        <p:cxnSp>
          <p:nvCxnSpPr>
            <p:cNvPr id="321" name="Straight Arrow Connector 320">
              <a:extLst>
                <a:ext uri="{FF2B5EF4-FFF2-40B4-BE49-F238E27FC236}">
                  <a16:creationId xmlns:a16="http://schemas.microsoft.com/office/drawing/2014/main" id="{55FFE9A3-7EC6-784A-68ED-893A8BCC5AE6}"/>
                </a:ext>
              </a:extLst>
            </p:cNvPr>
            <p:cNvCxnSpPr>
              <a:cxnSpLocks/>
              <a:endCxn id="313" idx="1"/>
            </p:cNvCxnSpPr>
            <p:nvPr/>
          </p:nvCxnSpPr>
          <p:spPr>
            <a:xfrm>
              <a:off x="6889267" y="3986032"/>
              <a:ext cx="534971" cy="0"/>
            </a:xfrm>
            <a:prstGeom prst="straightConnector1">
              <a:avLst/>
            </a:prstGeom>
            <a:ln w="12700">
              <a:solidFill>
                <a:srgbClr val="00B0F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Straight Arrow Connector 324">
              <a:extLst>
                <a:ext uri="{FF2B5EF4-FFF2-40B4-BE49-F238E27FC236}">
                  <a16:creationId xmlns:a16="http://schemas.microsoft.com/office/drawing/2014/main" id="{40000FF7-AEE9-CE39-8D5C-C8B90F4808F9}"/>
                </a:ext>
              </a:extLst>
            </p:cNvPr>
            <p:cNvCxnSpPr>
              <a:cxnSpLocks/>
              <a:stCxn id="313" idx="3"/>
            </p:cNvCxnSpPr>
            <p:nvPr/>
          </p:nvCxnSpPr>
          <p:spPr>
            <a:xfrm>
              <a:off x="7800721" y="3986032"/>
              <a:ext cx="517700" cy="0"/>
            </a:xfrm>
            <a:prstGeom prst="straightConnector1">
              <a:avLst/>
            </a:prstGeom>
            <a:ln w="12700">
              <a:solidFill>
                <a:srgbClr val="00B0F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9" name="Group 328">
              <a:extLst>
                <a:ext uri="{FF2B5EF4-FFF2-40B4-BE49-F238E27FC236}">
                  <a16:creationId xmlns:a16="http://schemas.microsoft.com/office/drawing/2014/main" id="{6FB240D5-E35E-CC63-C61B-C63B2F5358E1}"/>
                </a:ext>
              </a:extLst>
            </p:cNvPr>
            <p:cNvGrpSpPr/>
            <p:nvPr/>
          </p:nvGrpSpPr>
          <p:grpSpPr>
            <a:xfrm>
              <a:off x="5834995" y="2792616"/>
              <a:ext cx="3586681" cy="2024740"/>
              <a:chOff x="691159" y="1412035"/>
              <a:chExt cx="4966805" cy="4662788"/>
            </a:xfrm>
          </p:grpSpPr>
          <p:sp>
            <p:nvSpPr>
              <p:cNvPr id="330" name="Rectangle: Rounded Corners 329">
                <a:extLst>
                  <a:ext uri="{FF2B5EF4-FFF2-40B4-BE49-F238E27FC236}">
                    <a16:creationId xmlns:a16="http://schemas.microsoft.com/office/drawing/2014/main" id="{78B3C68E-B79F-B181-B878-9A3B45AEDD4E}"/>
                  </a:ext>
                </a:extLst>
              </p:cNvPr>
              <p:cNvSpPr/>
              <p:nvPr/>
            </p:nvSpPr>
            <p:spPr>
              <a:xfrm>
                <a:off x="691159" y="1412035"/>
                <a:ext cx="4966805" cy="4662788"/>
              </a:xfrm>
              <a:prstGeom prst="roundRect">
                <a:avLst/>
              </a:prstGeom>
              <a:noFill/>
              <a:ln w="57150">
                <a:solidFill>
                  <a:srgbClr val="C0000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1" name="TextBox 330">
                <a:extLst>
                  <a:ext uri="{FF2B5EF4-FFF2-40B4-BE49-F238E27FC236}">
                    <a16:creationId xmlns:a16="http://schemas.microsoft.com/office/drawing/2014/main" id="{6E1C1749-EBA6-27BF-0818-49EB301B0A47}"/>
                  </a:ext>
                </a:extLst>
              </p:cNvPr>
              <p:cNvSpPr txBox="1"/>
              <p:nvPr/>
            </p:nvSpPr>
            <p:spPr>
              <a:xfrm>
                <a:off x="1047080" y="1495974"/>
                <a:ext cx="4211049" cy="8455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200" b="1" dirty="0">
                    <a:solidFill>
                      <a:srgbClr val="C00000"/>
                    </a:solidFill>
                  </a:rPr>
                  <a:t>DAG (2)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966866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1351</TotalTime>
  <Words>29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Tang, Meng</dc:creator>
  <cp:lastModifiedBy>Meng Tang</cp:lastModifiedBy>
  <cp:revision>29</cp:revision>
  <dcterms:created xsi:type="dcterms:W3CDTF">2025-01-30T16:45:59Z</dcterms:created>
  <dcterms:modified xsi:type="dcterms:W3CDTF">2025-09-13T05:52:47Z</dcterms:modified>
</cp:coreProperties>
</file>