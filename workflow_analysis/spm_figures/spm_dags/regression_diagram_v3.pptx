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FFFF00"/>
    <a:srgbClr val="FFFFF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8F66-4516-3172-4E11-2EE110851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1189-588F-626B-287D-68BBCE83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518B-B4B4-BEA5-C700-DFFA2EC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5FC74-F628-578D-1E1E-F418157D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0705-9DC3-810F-46AF-025696E8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EF6-54F7-BB88-6C4E-C3E11A93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33B3-5DDF-B141-CB41-C21B829C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7169-9227-5139-D6AD-B9AD21CB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7E4F-2A8D-1884-6993-61E1483C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467F6-3E74-378D-7790-42F4C109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0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6915-24DE-969A-86C9-C53943B9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2ED3-4008-CFEF-E476-07CFCF4E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402C-7364-59DF-EAEB-FA7F3462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0ED4-3920-9EA9-7D87-2A9A1350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1E5C-C94B-1E44-E80A-D7F2C91B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28C-1DAD-9BA0-536C-3C288FC1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51C6-7DC2-88C1-A7B6-36885DE32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43DF-88D8-EFB7-BC30-6B48DAC50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9428-5E3F-DE8B-E388-13517D35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CFC6-2785-89AF-EFBC-0F38189C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F346-5973-1DE3-9616-8E7EA258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5B2A-3146-1736-9530-9DE497FC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A0C1D-D306-14FD-E485-086AE8325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94A0-5793-5510-D7D9-B84A8C17E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8655A-B7D5-2B59-10FA-4DB162B8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64D5A-CF33-4A9B-11D9-A3789E0D6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9F307-7655-5481-B0AD-5B9F6D64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94592-320B-5811-CD1C-C141927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924C3-A72F-CD07-5180-36A41F2F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CA89-3D06-CB45-A6C7-206AC4E0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9A76-FDDB-1B68-549C-F88314FC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53A49-45E1-7570-5B9F-D0150C9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6624-97CA-5DD1-5448-E12C9C7D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B7C5F-B3B0-48EA-DB23-F720EE68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52023-7257-F31B-5C90-EE43220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D8C4-1806-8EE4-4B73-0AB857E5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51AC-9541-5DF2-AF4B-3133B266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AB1D-A452-0210-8C5F-FB6935A9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DE232-447F-960A-6DE2-F9B6BCE4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07F6-D57D-3781-06F0-884957FF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D624-DB3E-7C79-8EE4-B578AF3F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EDC39-FF83-F5DF-BFD0-C95D45F5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68E5-63F8-D815-EBF7-A4FF8C58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046E4-BCAA-6E45-B44C-166BC7CB2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5E3D4-B3B4-B105-C08E-E1F705D29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DE746-B521-7CFB-1C68-A94513C3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1A31-50D9-12A2-C1E2-12AE8677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26CC-001F-C7DF-4026-5962676D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6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621A-8B1B-6E47-A34B-09F99B30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133CC-A3F6-A017-9DDC-16EE0136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A59-9388-76A3-6FCD-36B44F29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E71A-733C-7DE1-DFE9-6A827E3A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F7DD-F44B-5D6C-320A-DD4D1B77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E21CE-974F-0B45-8355-AEBD2CE15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93DDE-D989-658A-BAAF-D7CB3C4B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7FA0-6182-7385-915E-C238C9CB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B53A-1C49-2750-D3DA-624A2A4A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33A5-2BAE-CE0F-DEDA-FA4799D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6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AA6AE-6F2F-0E0D-C08A-1BA8A9F1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60DA-DF31-968A-B447-B92BD996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854CD-BFAD-CD3D-7C3A-092D54CE0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44DB-C3A0-4FF1-A7C5-619927E31133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BAB2-155F-EFDD-41C3-DE35C78A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6EE3-6C12-FE3C-204A-EE739964D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F0702E-800D-CD1D-BEC1-C8EFE6C6DB2C}"/>
              </a:ext>
            </a:extLst>
          </p:cNvPr>
          <p:cNvGrpSpPr/>
          <p:nvPr/>
        </p:nvGrpSpPr>
        <p:grpSpPr>
          <a:xfrm>
            <a:off x="3670706" y="2111383"/>
            <a:ext cx="5358736" cy="3349562"/>
            <a:chOff x="3670706" y="2111383"/>
            <a:chExt cx="5358736" cy="3349562"/>
          </a:xfrm>
        </p:grpSpPr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B41EB7D-3B17-483A-ECF4-B30042218E95}"/>
                </a:ext>
              </a:extLst>
            </p:cNvPr>
            <p:cNvSpPr/>
            <p:nvPr/>
          </p:nvSpPr>
          <p:spPr>
            <a:xfrm>
              <a:off x="8036913" y="38411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24856C2A-81D8-CB3F-D348-A1565BCFD0F1}"/>
                </a:ext>
              </a:extLst>
            </p:cNvPr>
            <p:cNvSpPr/>
            <p:nvPr/>
          </p:nvSpPr>
          <p:spPr>
            <a:xfrm>
              <a:off x="8207540" y="401180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F56CD117-7F79-39CC-3B8F-458C301E4060}"/>
                </a:ext>
              </a:extLst>
            </p:cNvPr>
            <p:cNvSpPr/>
            <p:nvPr/>
          </p:nvSpPr>
          <p:spPr>
            <a:xfrm>
              <a:off x="5334609" y="28150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B731CB44-D0B0-EB5E-D9DC-24AD33999222}"/>
                </a:ext>
              </a:extLst>
            </p:cNvPr>
            <p:cNvSpPr/>
            <p:nvPr/>
          </p:nvSpPr>
          <p:spPr>
            <a:xfrm>
              <a:off x="4940660" y="27497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B2C50EB7-26EF-1E15-E154-E7C53D07FEAF}"/>
                </a:ext>
              </a:extLst>
            </p:cNvPr>
            <p:cNvSpPr/>
            <p:nvPr/>
          </p:nvSpPr>
          <p:spPr>
            <a:xfrm>
              <a:off x="5111287" y="29203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21BF61B4-B88E-BF6F-8A37-F82BD6AC6493}"/>
                </a:ext>
              </a:extLst>
            </p:cNvPr>
            <p:cNvSpPr/>
            <p:nvPr/>
          </p:nvSpPr>
          <p:spPr>
            <a:xfrm>
              <a:off x="8498463" y="377594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74A17751-7319-382A-B4A8-DA450F0234ED}"/>
                </a:ext>
              </a:extLst>
            </p:cNvPr>
            <p:cNvSpPr/>
            <p:nvPr/>
          </p:nvSpPr>
          <p:spPr>
            <a:xfrm>
              <a:off x="8669091" y="39465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A253F89E-B382-39D6-9E59-309C368D85D7}"/>
                </a:ext>
              </a:extLst>
            </p:cNvPr>
            <p:cNvSpPr/>
            <p:nvPr/>
          </p:nvSpPr>
          <p:spPr>
            <a:xfrm>
              <a:off x="5796159" y="27497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12A24A1C-72C6-1998-F3C7-A08961576ACF}"/>
                </a:ext>
              </a:extLst>
            </p:cNvPr>
            <p:cNvSpPr/>
            <p:nvPr/>
          </p:nvSpPr>
          <p:spPr>
            <a:xfrm>
              <a:off x="5402210" y="268453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16256FEC-A59E-AA6D-BEB7-50402BCAFC81}"/>
                </a:ext>
              </a:extLst>
            </p:cNvPr>
            <p:cNvSpPr/>
            <p:nvPr/>
          </p:nvSpPr>
          <p:spPr>
            <a:xfrm>
              <a:off x="5572838" y="28551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lowchart: Connector 59">
              <a:extLst>
                <a:ext uri="{FF2B5EF4-FFF2-40B4-BE49-F238E27FC236}">
                  <a16:creationId xmlns:a16="http://schemas.microsoft.com/office/drawing/2014/main" id="{DFAE47DB-5DAE-45F0-47D3-32DFFD8FA069}"/>
                </a:ext>
              </a:extLst>
            </p:cNvPr>
            <p:cNvSpPr/>
            <p:nvPr/>
          </p:nvSpPr>
          <p:spPr>
            <a:xfrm>
              <a:off x="5505236" y="30861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3D6F40A5-8616-750E-D9F4-AB9DE8181D91}"/>
                </a:ext>
              </a:extLst>
            </p:cNvPr>
            <p:cNvSpPr/>
            <p:nvPr/>
          </p:nvSpPr>
          <p:spPr>
            <a:xfrm>
              <a:off x="5675863" y="32567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F4C5667E-3A5D-FA0F-E41F-A009EA07DCDA}"/>
                </a:ext>
              </a:extLst>
            </p:cNvPr>
            <p:cNvSpPr/>
            <p:nvPr/>
          </p:nvSpPr>
          <p:spPr>
            <a:xfrm>
              <a:off x="5778238" y="33786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7208DBFC-E124-498F-9CFE-797DFBDE3672}"/>
                </a:ext>
              </a:extLst>
            </p:cNvPr>
            <p:cNvSpPr/>
            <p:nvPr/>
          </p:nvSpPr>
          <p:spPr>
            <a:xfrm>
              <a:off x="5452542" y="33621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lowchart: Connector 63">
              <a:extLst>
                <a:ext uri="{FF2B5EF4-FFF2-40B4-BE49-F238E27FC236}">
                  <a16:creationId xmlns:a16="http://schemas.microsoft.com/office/drawing/2014/main" id="{9156682B-D36E-E89F-5BFD-4A4B3A9A2569}"/>
                </a:ext>
              </a:extLst>
            </p:cNvPr>
            <p:cNvSpPr/>
            <p:nvPr/>
          </p:nvSpPr>
          <p:spPr>
            <a:xfrm>
              <a:off x="5623169" y="367906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Connector 64">
              <a:extLst>
                <a:ext uri="{FF2B5EF4-FFF2-40B4-BE49-F238E27FC236}">
                  <a16:creationId xmlns:a16="http://schemas.microsoft.com/office/drawing/2014/main" id="{16FD46CE-BA8D-1B76-459E-EAA233195749}"/>
                </a:ext>
              </a:extLst>
            </p:cNvPr>
            <p:cNvSpPr/>
            <p:nvPr/>
          </p:nvSpPr>
          <p:spPr>
            <a:xfrm>
              <a:off x="5966786" y="302093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lowchart: Connector 65">
              <a:extLst>
                <a:ext uri="{FF2B5EF4-FFF2-40B4-BE49-F238E27FC236}">
                  <a16:creationId xmlns:a16="http://schemas.microsoft.com/office/drawing/2014/main" id="{38C8DEA7-F153-1CB4-1A52-F1CBD3082F5E}"/>
                </a:ext>
              </a:extLst>
            </p:cNvPr>
            <p:cNvSpPr/>
            <p:nvPr/>
          </p:nvSpPr>
          <p:spPr>
            <a:xfrm>
              <a:off x="6137414" y="31915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499C71EA-777F-3754-0A2A-CC58E7A1031F}"/>
                </a:ext>
              </a:extLst>
            </p:cNvPr>
            <p:cNvSpPr/>
            <p:nvPr/>
          </p:nvSpPr>
          <p:spPr>
            <a:xfrm>
              <a:off x="6308041" y="347918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591AEE62-A29D-BEBB-763F-D69AEB366FA2}"/>
                </a:ext>
              </a:extLst>
            </p:cNvPr>
            <p:cNvSpPr/>
            <p:nvPr/>
          </p:nvSpPr>
          <p:spPr>
            <a:xfrm>
              <a:off x="5914092" y="32969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lowchart: Connector 68">
              <a:extLst>
                <a:ext uri="{FF2B5EF4-FFF2-40B4-BE49-F238E27FC236}">
                  <a16:creationId xmlns:a16="http://schemas.microsoft.com/office/drawing/2014/main" id="{3922FEDF-711D-1CBB-2643-0A6654A97B19}"/>
                </a:ext>
              </a:extLst>
            </p:cNvPr>
            <p:cNvSpPr/>
            <p:nvPr/>
          </p:nvSpPr>
          <p:spPr>
            <a:xfrm>
              <a:off x="6055468" y="332131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762E9334-C6A6-5692-A9E9-BC54540EF4A6}"/>
                </a:ext>
              </a:extLst>
            </p:cNvPr>
            <p:cNvSpPr/>
            <p:nvPr/>
          </p:nvSpPr>
          <p:spPr>
            <a:xfrm>
              <a:off x="4478396" y="33168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23AF5963-AC0B-142B-815E-8BDC41708989}"/>
                </a:ext>
              </a:extLst>
            </p:cNvPr>
            <p:cNvSpPr/>
            <p:nvPr/>
          </p:nvSpPr>
          <p:spPr>
            <a:xfrm>
              <a:off x="4649024" y="34874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lowchart: Connector 71">
              <a:extLst>
                <a:ext uri="{FF2B5EF4-FFF2-40B4-BE49-F238E27FC236}">
                  <a16:creationId xmlns:a16="http://schemas.microsoft.com/office/drawing/2014/main" id="{0E868F10-3B25-639B-3CF8-74182AEAD7F0}"/>
                </a:ext>
              </a:extLst>
            </p:cNvPr>
            <p:cNvSpPr/>
            <p:nvPr/>
          </p:nvSpPr>
          <p:spPr>
            <a:xfrm>
              <a:off x="4819651" y="36581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:a16="http://schemas.microsoft.com/office/drawing/2014/main" id="{E799E246-7C37-A957-13D7-CCB491D0E9C4}"/>
                </a:ext>
              </a:extLst>
            </p:cNvPr>
            <p:cNvSpPr/>
            <p:nvPr/>
          </p:nvSpPr>
          <p:spPr>
            <a:xfrm>
              <a:off x="4425702" y="35928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lowchart: Connector 73">
              <a:extLst>
                <a:ext uri="{FF2B5EF4-FFF2-40B4-BE49-F238E27FC236}">
                  <a16:creationId xmlns:a16="http://schemas.microsoft.com/office/drawing/2014/main" id="{EC16F01A-F65C-C771-93D3-A310EEF716A9}"/>
                </a:ext>
              </a:extLst>
            </p:cNvPr>
            <p:cNvSpPr/>
            <p:nvPr/>
          </p:nvSpPr>
          <p:spPr>
            <a:xfrm>
              <a:off x="4588876" y="368746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9EA658CE-A321-48D7-326F-26795101B3EB}"/>
                </a:ext>
              </a:extLst>
            </p:cNvPr>
            <p:cNvSpPr/>
            <p:nvPr/>
          </p:nvSpPr>
          <p:spPr>
            <a:xfrm>
              <a:off x="4939947" y="325161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869E03F8-FF4F-AAE7-5ED7-D20FC0EA0FBC}"/>
                </a:ext>
              </a:extLst>
            </p:cNvPr>
            <p:cNvSpPr/>
            <p:nvPr/>
          </p:nvSpPr>
          <p:spPr>
            <a:xfrm>
              <a:off x="5110574" y="342224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lowchart: Connector 76">
              <a:extLst>
                <a:ext uri="{FF2B5EF4-FFF2-40B4-BE49-F238E27FC236}">
                  <a16:creationId xmlns:a16="http://schemas.microsoft.com/office/drawing/2014/main" id="{AE6C43C2-BE0E-C618-48F7-A749310BC7EF}"/>
                </a:ext>
              </a:extLst>
            </p:cNvPr>
            <p:cNvSpPr/>
            <p:nvPr/>
          </p:nvSpPr>
          <p:spPr>
            <a:xfrm>
              <a:off x="5290952" y="351486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DC56F75E-29E4-0DB2-653B-963FA3045F76}"/>
                </a:ext>
              </a:extLst>
            </p:cNvPr>
            <p:cNvSpPr/>
            <p:nvPr/>
          </p:nvSpPr>
          <p:spPr>
            <a:xfrm>
              <a:off x="4887253" y="352763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B71444E3-D783-A74A-57C2-84ACCE5CD0E5}"/>
                </a:ext>
              </a:extLst>
            </p:cNvPr>
            <p:cNvSpPr/>
            <p:nvPr/>
          </p:nvSpPr>
          <p:spPr>
            <a:xfrm>
              <a:off x="5057880" y="36007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13E137EA-14E3-12A9-5E34-C30D9CB84395}"/>
                </a:ext>
              </a:extLst>
            </p:cNvPr>
            <p:cNvSpPr/>
            <p:nvPr/>
          </p:nvSpPr>
          <p:spPr>
            <a:xfrm>
              <a:off x="5770637" y="38036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Connector 80">
              <a:extLst>
                <a:ext uri="{FF2B5EF4-FFF2-40B4-BE49-F238E27FC236}">
                  <a16:creationId xmlns:a16="http://schemas.microsoft.com/office/drawing/2014/main" id="{DDBB2A2F-104C-B313-4743-14499D08DA78}"/>
                </a:ext>
              </a:extLst>
            </p:cNvPr>
            <p:cNvSpPr/>
            <p:nvPr/>
          </p:nvSpPr>
          <p:spPr>
            <a:xfrm>
              <a:off x="6112604" y="41051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Connector 81">
              <a:extLst>
                <a:ext uri="{FF2B5EF4-FFF2-40B4-BE49-F238E27FC236}">
                  <a16:creationId xmlns:a16="http://schemas.microsoft.com/office/drawing/2014/main" id="{2E49B117-CD1F-8A2D-8D02-B91ABA5B0114}"/>
                </a:ext>
              </a:extLst>
            </p:cNvPr>
            <p:cNvSpPr/>
            <p:nvPr/>
          </p:nvSpPr>
          <p:spPr>
            <a:xfrm>
              <a:off x="6283232" y="42757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lowchart: Connector 82">
              <a:extLst>
                <a:ext uri="{FF2B5EF4-FFF2-40B4-BE49-F238E27FC236}">
                  <a16:creationId xmlns:a16="http://schemas.microsoft.com/office/drawing/2014/main" id="{42FDB88F-4FFA-5BC0-11B3-7C1B6DD606CA}"/>
                </a:ext>
              </a:extLst>
            </p:cNvPr>
            <p:cNvSpPr/>
            <p:nvPr/>
          </p:nvSpPr>
          <p:spPr>
            <a:xfrm>
              <a:off x="5600009" y="399458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lowchart: Connector 83">
              <a:extLst>
                <a:ext uri="{FF2B5EF4-FFF2-40B4-BE49-F238E27FC236}">
                  <a16:creationId xmlns:a16="http://schemas.microsoft.com/office/drawing/2014/main" id="{9D6717DA-2429-FB92-0FE6-010FBCC5F5CB}"/>
                </a:ext>
              </a:extLst>
            </p:cNvPr>
            <p:cNvSpPr/>
            <p:nvPr/>
          </p:nvSpPr>
          <p:spPr>
            <a:xfrm>
              <a:off x="5770637" y="416521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Connector 84">
              <a:extLst>
                <a:ext uri="{FF2B5EF4-FFF2-40B4-BE49-F238E27FC236}">
                  <a16:creationId xmlns:a16="http://schemas.microsoft.com/office/drawing/2014/main" id="{89E8579E-9FDA-3401-CE71-E461AA2F70E3}"/>
                </a:ext>
              </a:extLst>
            </p:cNvPr>
            <p:cNvSpPr/>
            <p:nvPr/>
          </p:nvSpPr>
          <p:spPr>
            <a:xfrm>
              <a:off x="5941264" y="433584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lowchart: Connector 85">
              <a:extLst>
                <a:ext uri="{FF2B5EF4-FFF2-40B4-BE49-F238E27FC236}">
                  <a16:creationId xmlns:a16="http://schemas.microsoft.com/office/drawing/2014/main" id="{1FFDC421-A3EE-FBC7-D4F6-8A5BA7C92C9D}"/>
                </a:ext>
              </a:extLst>
            </p:cNvPr>
            <p:cNvSpPr/>
            <p:nvPr/>
          </p:nvSpPr>
          <p:spPr>
            <a:xfrm>
              <a:off x="5747194" y="448023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lowchart: Connector 86">
              <a:extLst>
                <a:ext uri="{FF2B5EF4-FFF2-40B4-BE49-F238E27FC236}">
                  <a16:creationId xmlns:a16="http://schemas.microsoft.com/office/drawing/2014/main" id="{BAA082E2-EF46-0EA6-05F8-C35C67A711E0}"/>
                </a:ext>
              </a:extLst>
            </p:cNvPr>
            <p:cNvSpPr/>
            <p:nvPr/>
          </p:nvSpPr>
          <p:spPr>
            <a:xfrm>
              <a:off x="4950487" y="43417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lowchart: Connector 87">
              <a:extLst>
                <a:ext uri="{FF2B5EF4-FFF2-40B4-BE49-F238E27FC236}">
                  <a16:creationId xmlns:a16="http://schemas.microsoft.com/office/drawing/2014/main" id="{19BC2214-F39B-FB12-2C2F-067081FA8250}"/>
                </a:ext>
              </a:extLst>
            </p:cNvPr>
            <p:cNvSpPr/>
            <p:nvPr/>
          </p:nvSpPr>
          <p:spPr>
            <a:xfrm>
              <a:off x="4556538" y="427651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lowchart: Connector 88">
              <a:extLst>
                <a:ext uri="{FF2B5EF4-FFF2-40B4-BE49-F238E27FC236}">
                  <a16:creationId xmlns:a16="http://schemas.microsoft.com/office/drawing/2014/main" id="{F7871112-CF3C-7034-D8B2-0DC21B258165}"/>
                </a:ext>
              </a:extLst>
            </p:cNvPr>
            <p:cNvSpPr/>
            <p:nvPr/>
          </p:nvSpPr>
          <p:spPr>
            <a:xfrm>
              <a:off x="4727165" y="444713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Connector 89">
              <a:extLst>
                <a:ext uri="{FF2B5EF4-FFF2-40B4-BE49-F238E27FC236}">
                  <a16:creationId xmlns:a16="http://schemas.microsoft.com/office/drawing/2014/main" id="{44ECA497-2A63-109E-B005-169DC8E07167}"/>
                </a:ext>
              </a:extLst>
            </p:cNvPr>
            <p:cNvSpPr/>
            <p:nvPr/>
          </p:nvSpPr>
          <p:spPr>
            <a:xfrm>
              <a:off x="5412037" y="427651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lowchart: Connector 90">
              <a:extLst>
                <a:ext uri="{FF2B5EF4-FFF2-40B4-BE49-F238E27FC236}">
                  <a16:creationId xmlns:a16="http://schemas.microsoft.com/office/drawing/2014/main" id="{25FD2C57-D01C-EEE9-09E0-194FD50A8850}"/>
                </a:ext>
              </a:extLst>
            </p:cNvPr>
            <p:cNvSpPr/>
            <p:nvPr/>
          </p:nvSpPr>
          <p:spPr>
            <a:xfrm>
              <a:off x="5018088" y="42112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lowchart: Connector 91">
              <a:extLst>
                <a:ext uri="{FF2B5EF4-FFF2-40B4-BE49-F238E27FC236}">
                  <a16:creationId xmlns:a16="http://schemas.microsoft.com/office/drawing/2014/main" id="{9C6053E0-91F8-4BA3-C2E6-697853A2E7DC}"/>
                </a:ext>
              </a:extLst>
            </p:cNvPr>
            <p:cNvSpPr/>
            <p:nvPr/>
          </p:nvSpPr>
          <p:spPr>
            <a:xfrm>
              <a:off x="5188715" y="438190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lowchart: Connector 92">
              <a:extLst>
                <a:ext uri="{FF2B5EF4-FFF2-40B4-BE49-F238E27FC236}">
                  <a16:creationId xmlns:a16="http://schemas.microsoft.com/office/drawing/2014/main" id="{B8234B4A-BFF3-F712-587A-ED53BF114FD1}"/>
                </a:ext>
              </a:extLst>
            </p:cNvPr>
            <p:cNvSpPr/>
            <p:nvPr/>
          </p:nvSpPr>
          <p:spPr>
            <a:xfrm>
              <a:off x="5281201" y="459030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:a16="http://schemas.microsoft.com/office/drawing/2014/main" id="{7B7332E0-5B8D-DD99-6C7F-F8BF51F81E8F}"/>
                </a:ext>
              </a:extLst>
            </p:cNvPr>
            <p:cNvSpPr/>
            <p:nvPr/>
          </p:nvSpPr>
          <p:spPr>
            <a:xfrm>
              <a:off x="5057880" y="486144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6CA379E1-C9F4-DD44-B786-72950FB8AA63}"/>
                </a:ext>
              </a:extLst>
            </p:cNvPr>
            <p:cNvSpPr/>
            <p:nvPr/>
          </p:nvSpPr>
          <p:spPr>
            <a:xfrm>
              <a:off x="5228507" y="49150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C8C1575A-5632-1BCF-F58C-AA795EF523C7}"/>
                </a:ext>
              </a:extLst>
            </p:cNvPr>
            <p:cNvSpPr/>
            <p:nvPr/>
          </p:nvSpPr>
          <p:spPr>
            <a:xfrm>
              <a:off x="4655254" y="465541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lowchart: Connector 96">
              <a:extLst>
                <a:ext uri="{FF2B5EF4-FFF2-40B4-BE49-F238E27FC236}">
                  <a16:creationId xmlns:a16="http://schemas.microsoft.com/office/drawing/2014/main" id="{F61EDD70-4ED7-CF82-117F-384A3D2A0DAB}"/>
                </a:ext>
              </a:extLst>
            </p:cNvPr>
            <p:cNvSpPr/>
            <p:nvPr/>
          </p:nvSpPr>
          <p:spPr>
            <a:xfrm>
              <a:off x="4874632" y="507954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lowchart: Connector 97">
              <a:extLst>
                <a:ext uri="{FF2B5EF4-FFF2-40B4-BE49-F238E27FC236}">
                  <a16:creationId xmlns:a16="http://schemas.microsoft.com/office/drawing/2014/main" id="{7C94B7F3-9091-CE76-21E3-022B5A0C9FEC}"/>
                </a:ext>
              </a:extLst>
            </p:cNvPr>
            <p:cNvSpPr/>
            <p:nvPr/>
          </p:nvSpPr>
          <p:spPr>
            <a:xfrm>
              <a:off x="5045260" y="52501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lowchart: Connector 98">
              <a:extLst>
                <a:ext uri="{FF2B5EF4-FFF2-40B4-BE49-F238E27FC236}">
                  <a16:creationId xmlns:a16="http://schemas.microsoft.com/office/drawing/2014/main" id="{0C806F7B-9D12-A0A4-BE91-F620F3BDAA35}"/>
                </a:ext>
              </a:extLst>
            </p:cNvPr>
            <p:cNvSpPr/>
            <p:nvPr/>
          </p:nvSpPr>
          <p:spPr>
            <a:xfrm>
              <a:off x="4821938" y="535555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lowchart: Connector 99">
              <a:extLst>
                <a:ext uri="{FF2B5EF4-FFF2-40B4-BE49-F238E27FC236}">
                  <a16:creationId xmlns:a16="http://schemas.microsoft.com/office/drawing/2014/main" id="{0E9B1531-37E6-E9A2-2391-A9853E2CED52}"/>
                </a:ext>
              </a:extLst>
            </p:cNvPr>
            <p:cNvSpPr/>
            <p:nvPr/>
          </p:nvSpPr>
          <p:spPr>
            <a:xfrm>
              <a:off x="7379046" y="241587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lowchart: Connector 100">
              <a:extLst>
                <a:ext uri="{FF2B5EF4-FFF2-40B4-BE49-F238E27FC236}">
                  <a16:creationId xmlns:a16="http://schemas.microsoft.com/office/drawing/2014/main" id="{30A3D49F-8F58-4C40-557F-54D8085EC062}"/>
                </a:ext>
              </a:extLst>
            </p:cNvPr>
            <p:cNvSpPr/>
            <p:nvPr/>
          </p:nvSpPr>
          <p:spPr>
            <a:xfrm>
              <a:off x="6070787" y="38161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lowchart: Connector 101">
              <a:extLst>
                <a:ext uri="{FF2B5EF4-FFF2-40B4-BE49-F238E27FC236}">
                  <a16:creationId xmlns:a16="http://schemas.microsoft.com/office/drawing/2014/main" id="{5593892F-6044-E0D0-0FFD-1CE3D7AE88B6}"/>
                </a:ext>
              </a:extLst>
            </p:cNvPr>
            <p:cNvSpPr/>
            <p:nvPr/>
          </p:nvSpPr>
          <p:spPr>
            <a:xfrm>
              <a:off x="7070130" y="288951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Connector 102">
              <a:extLst>
                <a:ext uri="{FF2B5EF4-FFF2-40B4-BE49-F238E27FC236}">
                  <a16:creationId xmlns:a16="http://schemas.microsoft.com/office/drawing/2014/main" id="{4C954141-85D1-A695-C013-72B352A632B7}"/>
                </a:ext>
              </a:extLst>
            </p:cNvPr>
            <p:cNvSpPr/>
            <p:nvPr/>
          </p:nvSpPr>
          <p:spPr>
            <a:xfrm>
              <a:off x="7326352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lowchart: Connector 103">
              <a:extLst>
                <a:ext uri="{FF2B5EF4-FFF2-40B4-BE49-F238E27FC236}">
                  <a16:creationId xmlns:a16="http://schemas.microsoft.com/office/drawing/2014/main" id="{E5D452AD-B716-E5AE-6341-591C5217A863}"/>
                </a:ext>
              </a:extLst>
            </p:cNvPr>
            <p:cNvSpPr/>
            <p:nvPr/>
          </p:nvSpPr>
          <p:spPr>
            <a:xfrm>
              <a:off x="6728529" y="294997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lowchart: Connector 104">
              <a:extLst>
                <a:ext uri="{FF2B5EF4-FFF2-40B4-BE49-F238E27FC236}">
                  <a16:creationId xmlns:a16="http://schemas.microsoft.com/office/drawing/2014/main" id="{DF8A1534-44FC-181D-2640-17D34595868F}"/>
                </a:ext>
              </a:extLst>
            </p:cNvPr>
            <p:cNvSpPr/>
            <p:nvPr/>
          </p:nvSpPr>
          <p:spPr>
            <a:xfrm>
              <a:off x="7840596" y="235063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lowchart: Connector 105">
              <a:extLst>
                <a:ext uri="{FF2B5EF4-FFF2-40B4-BE49-F238E27FC236}">
                  <a16:creationId xmlns:a16="http://schemas.microsoft.com/office/drawing/2014/main" id="{2F78D321-5322-239E-81B4-7D077FBD5816}"/>
                </a:ext>
              </a:extLst>
            </p:cNvPr>
            <p:cNvSpPr/>
            <p:nvPr/>
          </p:nvSpPr>
          <p:spPr>
            <a:xfrm>
              <a:off x="6532338" y="375095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lowchart: Connector 106">
              <a:extLst>
                <a:ext uri="{FF2B5EF4-FFF2-40B4-BE49-F238E27FC236}">
                  <a16:creationId xmlns:a16="http://schemas.microsoft.com/office/drawing/2014/main" id="{5E0431CA-F6F0-4271-1E43-565A13FD74AE}"/>
                </a:ext>
              </a:extLst>
            </p:cNvPr>
            <p:cNvSpPr/>
            <p:nvPr/>
          </p:nvSpPr>
          <p:spPr>
            <a:xfrm>
              <a:off x="8181851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lowchart: Connector 107">
              <a:extLst>
                <a:ext uri="{FF2B5EF4-FFF2-40B4-BE49-F238E27FC236}">
                  <a16:creationId xmlns:a16="http://schemas.microsoft.com/office/drawing/2014/main" id="{3CCC0A7C-2E21-5BFC-F296-FDF938B800A2}"/>
                </a:ext>
              </a:extLst>
            </p:cNvPr>
            <p:cNvSpPr/>
            <p:nvPr/>
          </p:nvSpPr>
          <p:spPr>
            <a:xfrm>
              <a:off x="7787902" y="26266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lowchart: Connector 108">
              <a:extLst>
                <a:ext uri="{FF2B5EF4-FFF2-40B4-BE49-F238E27FC236}">
                  <a16:creationId xmlns:a16="http://schemas.microsoft.com/office/drawing/2014/main" id="{A4B3A06B-FDCC-170F-CBE1-441DFF4E982D}"/>
                </a:ext>
              </a:extLst>
            </p:cNvPr>
            <p:cNvSpPr/>
            <p:nvPr/>
          </p:nvSpPr>
          <p:spPr>
            <a:xfrm>
              <a:off x="7958529" y="27972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lowchart: Connector 109">
              <a:extLst>
                <a:ext uri="{FF2B5EF4-FFF2-40B4-BE49-F238E27FC236}">
                  <a16:creationId xmlns:a16="http://schemas.microsoft.com/office/drawing/2014/main" id="{8782D42F-3EDE-F71E-16B7-59B96D057D54}"/>
                </a:ext>
              </a:extLst>
            </p:cNvPr>
            <p:cNvSpPr/>
            <p:nvPr/>
          </p:nvSpPr>
          <p:spPr>
            <a:xfrm>
              <a:off x="7890928" y="30282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lowchart: Connector 110">
              <a:extLst>
                <a:ext uri="{FF2B5EF4-FFF2-40B4-BE49-F238E27FC236}">
                  <a16:creationId xmlns:a16="http://schemas.microsoft.com/office/drawing/2014/main" id="{F1B9EF80-CC54-E157-873C-F25421028596}"/>
                </a:ext>
              </a:extLst>
            </p:cNvPr>
            <p:cNvSpPr/>
            <p:nvPr/>
          </p:nvSpPr>
          <p:spPr>
            <a:xfrm>
              <a:off x="8061555" y="319892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lowchart: Connector 111">
              <a:extLst>
                <a:ext uri="{FF2B5EF4-FFF2-40B4-BE49-F238E27FC236}">
                  <a16:creationId xmlns:a16="http://schemas.microsoft.com/office/drawing/2014/main" id="{7E04C8CD-ED1D-C55D-9ABB-3245CF1D7320}"/>
                </a:ext>
              </a:extLst>
            </p:cNvPr>
            <p:cNvSpPr/>
            <p:nvPr/>
          </p:nvSpPr>
          <p:spPr>
            <a:xfrm>
              <a:off x="8232183" y="336954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lowchart: Connector 112">
              <a:extLst>
                <a:ext uri="{FF2B5EF4-FFF2-40B4-BE49-F238E27FC236}">
                  <a16:creationId xmlns:a16="http://schemas.microsoft.com/office/drawing/2014/main" id="{C32CF0C1-23A9-93B9-0510-C289333BD818}"/>
                </a:ext>
              </a:extLst>
            </p:cNvPr>
            <p:cNvSpPr/>
            <p:nvPr/>
          </p:nvSpPr>
          <p:spPr>
            <a:xfrm>
              <a:off x="7838234" y="33043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lowchart: Connector 113">
              <a:extLst>
                <a:ext uri="{FF2B5EF4-FFF2-40B4-BE49-F238E27FC236}">
                  <a16:creationId xmlns:a16="http://schemas.microsoft.com/office/drawing/2014/main" id="{2CAA4CA8-A513-FC9C-8838-6E322886E8C2}"/>
                </a:ext>
              </a:extLst>
            </p:cNvPr>
            <p:cNvSpPr/>
            <p:nvPr/>
          </p:nvSpPr>
          <p:spPr>
            <a:xfrm>
              <a:off x="8008861" y="34749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lowchart: Connector 114">
              <a:extLst>
                <a:ext uri="{FF2B5EF4-FFF2-40B4-BE49-F238E27FC236}">
                  <a16:creationId xmlns:a16="http://schemas.microsoft.com/office/drawing/2014/main" id="{8BFCEB64-A7D3-ABFF-8C14-A00E6020C72D}"/>
                </a:ext>
              </a:extLst>
            </p:cNvPr>
            <p:cNvSpPr/>
            <p:nvPr/>
          </p:nvSpPr>
          <p:spPr>
            <a:xfrm>
              <a:off x="8352478" y="29630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lowchart: Connector 115">
              <a:extLst>
                <a:ext uri="{FF2B5EF4-FFF2-40B4-BE49-F238E27FC236}">
                  <a16:creationId xmlns:a16="http://schemas.microsoft.com/office/drawing/2014/main" id="{5E13A6A0-6943-93A8-1021-47D331B81077}"/>
                </a:ext>
              </a:extLst>
            </p:cNvPr>
            <p:cNvSpPr/>
            <p:nvPr/>
          </p:nvSpPr>
          <p:spPr>
            <a:xfrm>
              <a:off x="8523106" y="31336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lowchart: Connector 116">
              <a:extLst>
                <a:ext uri="{FF2B5EF4-FFF2-40B4-BE49-F238E27FC236}">
                  <a16:creationId xmlns:a16="http://schemas.microsoft.com/office/drawing/2014/main" id="{5C00DF12-FA7B-2122-90FD-4A4D85F368F2}"/>
                </a:ext>
              </a:extLst>
            </p:cNvPr>
            <p:cNvSpPr/>
            <p:nvPr/>
          </p:nvSpPr>
          <p:spPr>
            <a:xfrm>
              <a:off x="8693733" y="33043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lowchart: Connector 117">
              <a:extLst>
                <a:ext uri="{FF2B5EF4-FFF2-40B4-BE49-F238E27FC236}">
                  <a16:creationId xmlns:a16="http://schemas.microsoft.com/office/drawing/2014/main" id="{F689452E-26C3-1071-D586-3D8962563FFC}"/>
                </a:ext>
              </a:extLst>
            </p:cNvPr>
            <p:cNvSpPr/>
            <p:nvPr/>
          </p:nvSpPr>
          <p:spPr>
            <a:xfrm>
              <a:off x="8299784" y="32390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lowchart: Connector 118">
              <a:extLst>
                <a:ext uri="{FF2B5EF4-FFF2-40B4-BE49-F238E27FC236}">
                  <a16:creationId xmlns:a16="http://schemas.microsoft.com/office/drawing/2014/main" id="{366BD372-A2BE-C713-4B47-45BF68B86582}"/>
                </a:ext>
              </a:extLst>
            </p:cNvPr>
            <p:cNvSpPr/>
            <p:nvPr/>
          </p:nvSpPr>
          <p:spPr>
            <a:xfrm>
              <a:off x="8470412" y="34096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86E63E6-B2ED-9837-E20B-517A6657AF4A}"/>
                </a:ext>
              </a:extLst>
            </p:cNvPr>
            <p:cNvSpPr/>
            <p:nvPr/>
          </p:nvSpPr>
          <p:spPr>
            <a:xfrm>
              <a:off x="6864088" y="325897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lowchart: Connector 120">
              <a:extLst>
                <a:ext uri="{FF2B5EF4-FFF2-40B4-BE49-F238E27FC236}">
                  <a16:creationId xmlns:a16="http://schemas.microsoft.com/office/drawing/2014/main" id="{529816CB-53FD-9728-0ECF-044475251F78}"/>
                </a:ext>
              </a:extLst>
            </p:cNvPr>
            <p:cNvSpPr/>
            <p:nvPr/>
          </p:nvSpPr>
          <p:spPr>
            <a:xfrm>
              <a:off x="7034716" y="342960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lowchart: Connector 121">
              <a:extLst>
                <a:ext uri="{FF2B5EF4-FFF2-40B4-BE49-F238E27FC236}">
                  <a16:creationId xmlns:a16="http://schemas.microsoft.com/office/drawing/2014/main" id="{096C13EF-C7DF-9BBF-8CA8-10433D2CC428}"/>
                </a:ext>
              </a:extLst>
            </p:cNvPr>
            <p:cNvSpPr/>
            <p:nvPr/>
          </p:nvSpPr>
          <p:spPr>
            <a:xfrm>
              <a:off x="7205343" y="360023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lowchart: Connector 122">
              <a:extLst>
                <a:ext uri="{FF2B5EF4-FFF2-40B4-BE49-F238E27FC236}">
                  <a16:creationId xmlns:a16="http://schemas.microsoft.com/office/drawing/2014/main" id="{E8A4B5A4-D97F-259D-FBED-F72358847430}"/>
                </a:ext>
              </a:extLst>
            </p:cNvPr>
            <p:cNvSpPr/>
            <p:nvPr/>
          </p:nvSpPr>
          <p:spPr>
            <a:xfrm>
              <a:off x="6811394" y="35349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lowchart: Connector 123">
              <a:extLst>
                <a:ext uri="{FF2B5EF4-FFF2-40B4-BE49-F238E27FC236}">
                  <a16:creationId xmlns:a16="http://schemas.microsoft.com/office/drawing/2014/main" id="{509C558C-F450-141D-0829-569F8A2D4D22}"/>
                </a:ext>
              </a:extLst>
            </p:cNvPr>
            <p:cNvSpPr/>
            <p:nvPr/>
          </p:nvSpPr>
          <p:spPr>
            <a:xfrm>
              <a:off x="6982021" y="370562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lowchart: Connector 124">
              <a:extLst>
                <a:ext uri="{FF2B5EF4-FFF2-40B4-BE49-F238E27FC236}">
                  <a16:creationId xmlns:a16="http://schemas.microsoft.com/office/drawing/2014/main" id="{5C20B75D-5BBD-73EB-9971-6E6D85A9225B}"/>
                </a:ext>
              </a:extLst>
            </p:cNvPr>
            <p:cNvSpPr/>
            <p:nvPr/>
          </p:nvSpPr>
          <p:spPr>
            <a:xfrm>
              <a:off x="7325639" y="319373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lowchart: Connector 125">
              <a:extLst>
                <a:ext uri="{FF2B5EF4-FFF2-40B4-BE49-F238E27FC236}">
                  <a16:creationId xmlns:a16="http://schemas.microsoft.com/office/drawing/2014/main" id="{0B575FB3-128C-F631-3F25-261E15A1FDEC}"/>
                </a:ext>
              </a:extLst>
            </p:cNvPr>
            <p:cNvSpPr/>
            <p:nvPr/>
          </p:nvSpPr>
          <p:spPr>
            <a:xfrm>
              <a:off x="7496266" y="336436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lowchart: Connector 126">
              <a:extLst>
                <a:ext uri="{FF2B5EF4-FFF2-40B4-BE49-F238E27FC236}">
                  <a16:creationId xmlns:a16="http://schemas.microsoft.com/office/drawing/2014/main" id="{1B6B3C0A-9F35-7184-E642-3685E80B3B7C}"/>
                </a:ext>
              </a:extLst>
            </p:cNvPr>
            <p:cNvSpPr/>
            <p:nvPr/>
          </p:nvSpPr>
          <p:spPr>
            <a:xfrm>
              <a:off x="7666893" y="35349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lowchart: Connector 127">
              <a:extLst>
                <a:ext uri="{FF2B5EF4-FFF2-40B4-BE49-F238E27FC236}">
                  <a16:creationId xmlns:a16="http://schemas.microsoft.com/office/drawing/2014/main" id="{BA9F4F8A-5433-0E8C-66A8-3C8242FCEBDA}"/>
                </a:ext>
              </a:extLst>
            </p:cNvPr>
            <p:cNvSpPr/>
            <p:nvPr/>
          </p:nvSpPr>
          <p:spPr>
            <a:xfrm>
              <a:off x="7272944" y="346975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lowchart: Connector 128">
              <a:extLst>
                <a:ext uri="{FF2B5EF4-FFF2-40B4-BE49-F238E27FC236}">
                  <a16:creationId xmlns:a16="http://schemas.microsoft.com/office/drawing/2014/main" id="{465D23F2-A3B3-0072-D861-F4408C2A88D7}"/>
                </a:ext>
              </a:extLst>
            </p:cNvPr>
            <p:cNvSpPr/>
            <p:nvPr/>
          </p:nvSpPr>
          <p:spPr>
            <a:xfrm>
              <a:off x="7443572" y="36403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lowchart: Connector 129">
              <a:extLst>
                <a:ext uri="{FF2B5EF4-FFF2-40B4-BE49-F238E27FC236}">
                  <a16:creationId xmlns:a16="http://schemas.microsoft.com/office/drawing/2014/main" id="{EF27CE31-A048-5881-7D9C-F585288AE45E}"/>
                </a:ext>
              </a:extLst>
            </p:cNvPr>
            <p:cNvSpPr/>
            <p:nvPr/>
          </p:nvSpPr>
          <p:spPr>
            <a:xfrm>
              <a:off x="5738842" y="46974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lowchart: Connector 130">
              <a:extLst>
                <a:ext uri="{FF2B5EF4-FFF2-40B4-BE49-F238E27FC236}">
                  <a16:creationId xmlns:a16="http://schemas.microsoft.com/office/drawing/2014/main" id="{EB62650D-12DA-4BD8-34A6-D8C70225AB85}"/>
                </a:ext>
              </a:extLst>
            </p:cNvPr>
            <p:cNvSpPr/>
            <p:nvPr/>
          </p:nvSpPr>
          <p:spPr>
            <a:xfrm>
              <a:off x="6080810" y="49989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lowchart: Connector 131">
              <a:extLst>
                <a:ext uri="{FF2B5EF4-FFF2-40B4-BE49-F238E27FC236}">
                  <a16:creationId xmlns:a16="http://schemas.microsoft.com/office/drawing/2014/main" id="{70D7A358-687A-8B3D-0D12-480BC66920B7}"/>
                </a:ext>
              </a:extLst>
            </p:cNvPr>
            <p:cNvSpPr/>
            <p:nvPr/>
          </p:nvSpPr>
          <p:spPr>
            <a:xfrm>
              <a:off x="6251437" y="516960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lowchart: Connector 132">
              <a:extLst>
                <a:ext uri="{FF2B5EF4-FFF2-40B4-BE49-F238E27FC236}">
                  <a16:creationId xmlns:a16="http://schemas.microsoft.com/office/drawing/2014/main" id="{B482D48B-A320-5531-37AA-DD7121F7664A}"/>
                </a:ext>
              </a:extLst>
            </p:cNvPr>
            <p:cNvSpPr/>
            <p:nvPr/>
          </p:nvSpPr>
          <p:spPr>
            <a:xfrm>
              <a:off x="5568215" y="488840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lowchart: Connector 133">
              <a:extLst>
                <a:ext uri="{FF2B5EF4-FFF2-40B4-BE49-F238E27FC236}">
                  <a16:creationId xmlns:a16="http://schemas.microsoft.com/office/drawing/2014/main" id="{C61028A8-7291-652C-48A9-0896424E4735}"/>
                </a:ext>
              </a:extLst>
            </p:cNvPr>
            <p:cNvSpPr/>
            <p:nvPr/>
          </p:nvSpPr>
          <p:spPr>
            <a:xfrm>
              <a:off x="5738842" y="50590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lowchart: Connector 134">
              <a:extLst>
                <a:ext uri="{FF2B5EF4-FFF2-40B4-BE49-F238E27FC236}">
                  <a16:creationId xmlns:a16="http://schemas.microsoft.com/office/drawing/2014/main" id="{59278F51-DAB6-3427-35B7-E20D24A1848A}"/>
                </a:ext>
              </a:extLst>
            </p:cNvPr>
            <p:cNvSpPr/>
            <p:nvPr/>
          </p:nvSpPr>
          <p:spPr>
            <a:xfrm>
              <a:off x="5909469" y="52296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lowchart: Connector 135">
              <a:extLst>
                <a:ext uri="{FF2B5EF4-FFF2-40B4-BE49-F238E27FC236}">
                  <a16:creationId xmlns:a16="http://schemas.microsoft.com/office/drawing/2014/main" id="{A2EFF7CD-56AE-ABCA-01E0-5C455346BF65}"/>
                </a:ext>
              </a:extLst>
            </p:cNvPr>
            <p:cNvSpPr/>
            <p:nvPr/>
          </p:nvSpPr>
          <p:spPr>
            <a:xfrm>
              <a:off x="5686148" y="53350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lowchart: Connector 136">
              <a:extLst>
                <a:ext uri="{FF2B5EF4-FFF2-40B4-BE49-F238E27FC236}">
                  <a16:creationId xmlns:a16="http://schemas.microsoft.com/office/drawing/2014/main" id="{45EFD5F7-C104-93AD-0D23-9622F6AE4FF1}"/>
                </a:ext>
              </a:extLst>
            </p:cNvPr>
            <p:cNvSpPr/>
            <p:nvPr/>
          </p:nvSpPr>
          <p:spPr>
            <a:xfrm>
              <a:off x="7336178" y="428387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lowchart: Connector 137">
              <a:extLst>
                <a:ext uri="{FF2B5EF4-FFF2-40B4-BE49-F238E27FC236}">
                  <a16:creationId xmlns:a16="http://schemas.microsoft.com/office/drawing/2014/main" id="{856237CE-F519-02C5-DC54-C39683DFE8F3}"/>
                </a:ext>
              </a:extLst>
            </p:cNvPr>
            <p:cNvSpPr/>
            <p:nvPr/>
          </p:nvSpPr>
          <p:spPr>
            <a:xfrm>
              <a:off x="6942230" y="43648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lowchart: Connector 138">
              <a:extLst>
                <a:ext uri="{FF2B5EF4-FFF2-40B4-BE49-F238E27FC236}">
                  <a16:creationId xmlns:a16="http://schemas.microsoft.com/office/drawing/2014/main" id="{E78C284E-491C-2F5C-8BEF-D2AC99936DEB}"/>
                </a:ext>
              </a:extLst>
            </p:cNvPr>
            <p:cNvSpPr/>
            <p:nvPr/>
          </p:nvSpPr>
          <p:spPr>
            <a:xfrm>
              <a:off x="7112857" y="43892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lowchart: Connector 139">
              <a:extLst>
                <a:ext uri="{FF2B5EF4-FFF2-40B4-BE49-F238E27FC236}">
                  <a16:creationId xmlns:a16="http://schemas.microsoft.com/office/drawing/2014/main" id="{5B4F965D-26BE-5E7E-68CA-955C911AE9E8}"/>
                </a:ext>
              </a:extLst>
            </p:cNvPr>
            <p:cNvSpPr/>
            <p:nvPr/>
          </p:nvSpPr>
          <p:spPr>
            <a:xfrm>
              <a:off x="7797729" y="421863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lowchart: Connector 140">
              <a:extLst>
                <a:ext uri="{FF2B5EF4-FFF2-40B4-BE49-F238E27FC236}">
                  <a16:creationId xmlns:a16="http://schemas.microsoft.com/office/drawing/2014/main" id="{C9DF19FF-2B21-E1D4-9A16-4439A207E35F}"/>
                </a:ext>
              </a:extLst>
            </p:cNvPr>
            <p:cNvSpPr/>
            <p:nvPr/>
          </p:nvSpPr>
          <p:spPr>
            <a:xfrm>
              <a:off x="7403780" y="415339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lowchart: Connector 141">
              <a:extLst>
                <a:ext uri="{FF2B5EF4-FFF2-40B4-BE49-F238E27FC236}">
                  <a16:creationId xmlns:a16="http://schemas.microsoft.com/office/drawing/2014/main" id="{6CBA21F5-F845-F3C2-857C-BC337A959600}"/>
                </a:ext>
              </a:extLst>
            </p:cNvPr>
            <p:cNvSpPr/>
            <p:nvPr/>
          </p:nvSpPr>
          <p:spPr>
            <a:xfrm>
              <a:off x="7574407" y="432402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Flowchart: Connector 142">
              <a:extLst>
                <a:ext uri="{FF2B5EF4-FFF2-40B4-BE49-F238E27FC236}">
                  <a16:creationId xmlns:a16="http://schemas.microsoft.com/office/drawing/2014/main" id="{D35CB17F-E515-6C03-A083-41D518BA5944}"/>
                </a:ext>
              </a:extLst>
            </p:cNvPr>
            <p:cNvSpPr/>
            <p:nvPr/>
          </p:nvSpPr>
          <p:spPr>
            <a:xfrm>
              <a:off x="7666893" y="458117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lowchart: Connector 143">
              <a:extLst>
                <a:ext uri="{FF2B5EF4-FFF2-40B4-BE49-F238E27FC236}">
                  <a16:creationId xmlns:a16="http://schemas.microsoft.com/office/drawing/2014/main" id="{010B7C77-BB65-5999-BA5C-1615E8507289}"/>
                </a:ext>
              </a:extLst>
            </p:cNvPr>
            <p:cNvSpPr/>
            <p:nvPr/>
          </p:nvSpPr>
          <p:spPr>
            <a:xfrm>
              <a:off x="7443572" y="46865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lowchart: Connector 144">
              <a:extLst>
                <a:ext uri="{FF2B5EF4-FFF2-40B4-BE49-F238E27FC236}">
                  <a16:creationId xmlns:a16="http://schemas.microsoft.com/office/drawing/2014/main" id="{CB46A717-8C65-0B9A-189A-B988655009FB}"/>
                </a:ext>
              </a:extLst>
            </p:cNvPr>
            <p:cNvSpPr/>
            <p:nvPr/>
          </p:nvSpPr>
          <p:spPr>
            <a:xfrm>
              <a:off x="7614199" y="48571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lowchart: Connector 145">
              <a:extLst>
                <a:ext uri="{FF2B5EF4-FFF2-40B4-BE49-F238E27FC236}">
                  <a16:creationId xmlns:a16="http://schemas.microsoft.com/office/drawing/2014/main" id="{4BBF9061-7C12-02FF-7652-DFEDDCFCE59C}"/>
                </a:ext>
              </a:extLst>
            </p:cNvPr>
            <p:cNvSpPr/>
            <p:nvPr/>
          </p:nvSpPr>
          <p:spPr>
            <a:xfrm>
              <a:off x="7089697" y="485103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lowchart: Connector 146">
              <a:extLst>
                <a:ext uri="{FF2B5EF4-FFF2-40B4-BE49-F238E27FC236}">
                  <a16:creationId xmlns:a16="http://schemas.microsoft.com/office/drawing/2014/main" id="{A2A2C34A-3A4F-70CF-9A3C-F71AF37FBAB0}"/>
                </a:ext>
              </a:extLst>
            </p:cNvPr>
            <p:cNvSpPr/>
            <p:nvPr/>
          </p:nvSpPr>
          <p:spPr>
            <a:xfrm>
              <a:off x="6582715" y="41554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lowchart: Connector 147">
              <a:extLst>
                <a:ext uri="{FF2B5EF4-FFF2-40B4-BE49-F238E27FC236}">
                  <a16:creationId xmlns:a16="http://schemas.microsoft.com/office/drawing/2014/main" id="{84C2CF5F-80CA-C0BE-BAD9-9547DDA84D60}"/>
                </a:ext>
              </a:extLst>
            </p:cNvPr>
            <p:cNvSpPr/>
            <p:nvPr/>
          </p:nvSpPr>
          <p:spPr>
            <a:xfrm>
              <a:off x="6753343" y="43260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lowchart: Connector 148">
              <a:extLst>
                <a:ext uri="{FF2B5EF4-FFF2-40B4-BE49-F238E27FC236}">
                  <a16:creationId xmlns:a16="http://schemas.microsoft.com/office/drawing/2014/main" id="{5C75DFDC-7ABC-36C3-672D-9CF7B67E1033}"/>
                </a:ext>
              </a:extLst>
            </p:cNvPr>
            <p:cNvSpPr/>
            <p:nvPr/>
          </p:nvSpPr>
          <p:spPr>
            <a:xfrm>
              <a:off x="6530021" y="44314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0" name="Flowchart: Connector 249">
              <a:extLst>
                <a:ext uri="{FF2B5EF4-FFF2-40B4-BE49-F238E27FC236}">
                  <a16:creationId xmlns:a16="http://schemas.microsoft.com/office/drawing/2014/main" id="{FE00EDF1-D471-F4B7-1E19-A531E286EB84}"/>
                </a:ext>
              </a:extLst>
            </p:cNvPr>
            <p:cNvSpPr/>
            <p:nvPr/>
          </p:nvSpPr>
          <p:spPr>
            <a:xfrm>
              <a:off x="4064655" y="40838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Flowchart: Connector 250">
              <a:extLst>
                <a:ext uri="{FF2B5EF4-FFF2-40B4-BE49-F238E27FC236}">
                  <a16:creationId xmlns:a16="http://schemas.microsoft.com/office/drawing/2014/main" id="{A4768AC0-60EA-C0B6-C13F-EB41D4BC342F}"/>
                </a:ext>
              </a:extLst>
            </p:cNvPr>
            <p:cNvSpPr/>
            <p:nvPr/>
          </p:nvSpPr>
          <p:spPr>
            <a:xfrm>
              <a:off x="3670706" y="401863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Flowchart: Connector 251">
              <a:extLst>
                <a:ext uri="{FF2B5EF4-FFF2-40B4-BE49-F238E27FC236}">
                  <a16:creationId xmlns:a16="http://schemas.microsoft.com/office/drawing/2014/main" id="{9FBB7074-CF04-89F7-4C61-1DCD89E37169}"/>
                </a:ext>
              </a:extLst>
            </p:cNvPr>
            <p:cNvSpPr/>
            <p:nvPr/>
          </p:nvSpPr>
          <p:spPr>
            <a:xfrm>
              <a:off x="3841334" y="418926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Flowchart: Connector 252">
              <a:extLst>
                <a:ext uri="{FF2B5EF4-FFF2-40B4-BE49-F238E27FC236}">
                  <a16:creationId xmlns:a16="http://schemas.microsoft.com/office/drawing/2014/main" id="{DA25A1F4-B7B1-671E-F651-847C58FF8ED4}"/>
                </a:ext>
              </a:extLst>
            </p:cNvPr>
            <p:cNvSpPr/>
            <p:nvPr/>
          </p:nvSpPr>
          <p:spPr>
            <a:xfrm>
              <a:off x="4526205" y="401863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lowchart: Connector 253">
              <a:extLst>
                <a:ext uri="{FF2B5EF4-FFF2-40B4-BE49-F238E27FC236}">
                  <a16:creationId xmlns:a16="http://schemas.microsoft.com/office/drawing/2014/main" id="{CE3BAFBE-4A4D-2DE1-1F90-B8E2BD30A10A}"/>
                </a:ext>
              </a:extLst>
            </p:cNvPr>
            <p:cNvSpPr/>
            <p:nvPr/>
          </p:nvSpPr>
          <p:spPr>
            <a:xfrm>
              <a:off x="4132257" y="395339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Flowchart: Connector 254">
              <a:extLst>
                <a:ext uri="{FF2B5EF4-FFF2-40B4-BE49-F238E27FC236}">
                  <a16:creationId xmlns:a16="http://schemas.microsoft.com/office/drawing/2014/main" id="{9C28FDED-EE18-94B5-6FEA-506CBFA22981}"/>
                </a:ext>
              </a:extLst>
            </p:cNvPr>
            <p:cNvSpPr/>
            <p:nvPr/>
          </p:nvSpPr>
          <p:spPr>
            <a:xfrm>
              <a:off x="4302884" y="412402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Flowchart: Connector 255">
              <a:extLst>
                <a:ext uri="{FF2B5EF4-FFF2-40B4-BE49-F238E27FC236}">
                  <a16:creationId xmlns:a16="http://schemas.microsoft.com/office/drawing/2014/main" id="{CD7B977A-D219-EDF9-1AC4-3FF915A649C5}"/>
                </a:ext>
              </a:extLst>
            </p:cNvPr>
            <p:cNvSpPr/>
            <p:nvPr/>
          </p:nvSpPr>
          <p:spPr>
            <a:xfrm>
              <a:off x="4395370" y="438117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Flowchart: Connector 256">
              <a:extLst>
                <a:ext uri="{FF2B5EF4-FFF2-40B4-BE49-F238E27FC236}">
                  <a16:creationId xmlns:a16="http://schemas.microsoft.com/office/drawing/2014/main" id="{D2700416-360D-80BD-FA74-E4D952F81883}"/>
                </a:ext>
              </a:extLst>
            </p:cNvPr>
            <p:cNvSpPr/>
            <p:nvPr/>
          </p:nvSpPr>
          <p:spPr>
            <a:xfrm>
              <a:off x="4172048" y="448656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Flowchart: Connector 257">
              <a:extLst>
                <a:ext uri="{FF2B5EF4-FFF2-40B4-BE49-F238E27FC236}">
                  <a16:creationId xmlns:a16="http://schemas.microsoft.com/office/drawing/2014/main" id="{0FBA15E1-E25E-EABB-5F97-6DA7337FE706}"/>
                </a:ext>
              </a:extLst>
            </p:cNvPr>
            <p:cNvSpPr/>
            <p:nvPr/>
          </p:nvSpPr>
          <p:spPr>
            <a:xfrm>
              <a:off x="4342676" y="46571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Flowchart: Connector 258">
              <a:extLst>
                <a:ext uri="{FF2B5EF4-FFF2-40B4-BE49-F238E27FC236}">
                  <a16:creationId xmlns:a16="http://schemas.microsoft.com/office/drawing/2014/main" id="{A0C5BE47-4516-4F3A-5902-57CC6807BA25}"/>
                </a:ext>
              </a:extLst>
            </p:cNvPr>
            <p:cNvSpPr/>
            <p:nvPr/>
          </p:nvSpPr>
          <p:spPr>
            <a:xfrm>
              <a:off x="3818174" y="46510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Flowchart: Connector 259">
              <a:extLst>
                <a:ext uri="{FF2B5EF4-FFF2-40B4-BE49-F238E27FC236}">
                  <a16:creationId xmlns:a16="http://schemas.microsoft.com/office/drawing/2014/main" id="{BF1658B6-A8DE-A940-00FE-B700902B31C5}"/>
                </a:ext>
              </a:extLst>
            </p:cNvPr>
            <p:cNvSpPr/>
            <p:nvPr/>
          </p:nvSpPr>
          <p:spPr>
            <a:xfrm>
              <a:off x="3988801" y="48216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Flowchart: Connector 260">
              <a:extLst>
                <a:ext uri="{FF2B5EF4-FFF2-40B4-BE49-F238E27FC236}">
                  <a16:creationId xmlns:a16="http://schemas.microsoft.com/office/drawing/2014/main" id="{A72E13D4-2B50-501A-6A29-4212BFC39E0D}"/>
                </a:ext>
              </a:extLst>
            </p:cNvPr>
            <p:cNvSpPr/>
            <p:nvPr/>
          </p:nvSpPr>
          <p:spPr>
            <a:xfrm>
              <a:off x="4159428" y="49922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Flowchart: Connector 261">
              <a:extLst>
                <a:ext uri="{FF2B5EF4-FFF2-40B4-BE49-F238E27FC236}">
                  <a16:creationId xmlns:a16="http://schemas.microsoft.com/office/drawing/2014/main" id="{0B39020C-4FA9-874F-278E-8ABDF548B056}"/>
                </a:ext>
              </a:extLst>
            </p:cNvPr>
            <p:cNvSpPr/>
            <p:nvPr/>
          </p:nvSpPr>
          <p:spPr>
            <a:xfrm>
              <a:off x="3936107" y="50976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Flowchart: Connector 262">
              <a:extLst>
                <a:ext uri="{FF2B5EF4-FFF2-40B4-BE49-F238E27FC236}">
                  <a16:creationId xmlns:a16="http://schemas.microsoft.com/office/drawing/2014/main" id="{C935EB73-789F-6582-42DC-9DC9A1477766}"/>
                </a:ext>
              </a:extLst>
            </p:cNvPr>
            <p:cNvSpPr/>
            <p:nvPr/>
          </p:nvSpPr>
          <p:spPr>
            <a:xfrm>
              <a:off x="6813451" y="25357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Flowchart: Connector 263">
              <a:extLst>
                <a:ext uri="{FF2B5EF4-FFF2-40B4-BE49-F238E27FC236}">
                  <a16:creationId xmlns:a16="http://schemas.microsoft.com/office/drawing/2014/main" id="{DB2E30BE-D621-5AD7-CE84-28AC9B3CC4EB}"/>
                </a:ext>
              </a:extLst>
            </p:cNvPr>
            <p:cNvSpPr/>
            <p:nvPr/>
          </p:nvSpPr>
          <p:spPr>
            <a:xfrm>
              <a:off x="6984078" y="270641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Flowchart: Connector 264">
              <a:extLst>
                <a:ext uri="{FF2B5EF4-FFF2-40B4-BE49-F238E27FC236}">
                  <a16:creationId xmlns:a16="http://schemas.microsoft.com/office/drawing/2014/main" id="{59C67FF0-5603-A254-E6EB-F5AD4747975D}"/>
                </a:ext>
              </a:extLst>
            </p:cNvPr>
            <p:cNvSpPr/>
            <p:nvPr/>
          </p:nvSpPr>
          <p:spPr>
            <a:xfrm>
              <a:off x="6471483" y="25958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lowchart: Connector 265">
              <a:extLst>
                <a:ext uri="{FF2B5EF4-FFF2-40B4-BE49-F238E27FC236}">
                  <a16:creationId xmlns:a16="http://schemas.microsoft.com/office/drawing/2014/main" id="{6F8E3225-32C1-7086-0E31-4E721DB6884B}"/>
                </a:ext>
              </a:extLst>
            </p:cNvPr>
            <p:cNvSpPr/>
            <p:nvPr/>
          </p:nvSpPr>
          <p:spPr>
            <a:xfrm>
              <a:off x="6642110" y="27664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lowchart: Connector 266">
              <a:extLst>
                <a:ext uri="{FF2B5EF4-FFF2-40B4-BE49-F238E27FC236}">
                  <a16:creationId xmlns:a16="http://schemas.microsoft.com/office/drawing/2014/main" id="{4B804109-D52A-A36E-1620-099EE69F57BA}"/>
                </a:ext>
              </a:extLst>
            </p:cNvPr>
            <p:cNvSpPr/>
            <p:nvPr/>
          </p:nvSpPr>
          <p:spPr>
            <a:xfrm>
              <a:off x="6418789" y="287186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Flowchart: Connector 327">
              <a:extLst>
                <a:ext uri="{FF2B5EF4-FFF2-40B4-BE49-F238E27FC236}">
                  <a16:creationId xmlns:a16="http://schemas.microsoft.com/office/drawing/2014/main" id="{BB066E75-EB27-25F8-7CD9-7A76B2C5BD1A}"/>
                </a:ext>
              </a:extLst>
            </p:cNvPr>
            <p:cNvSpPr/>
            <p:nvPr/>
          </p:nvSpPr>
          <p:spPr>
            <a:xfrm>
              <a:off x="8387607" y="211138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Flowchart: Connector 328">
              <a:extLst>
                <a:ext uri="{FF2B5EF4-FFF2-40B4-BE49-F238E27FC236}">
                  <a16:creationId xmlns:a16="http://schemas.microsoft.com/office/drawing/2014/main" id="{5DCA62C0-2F31-ACB2-744D-66B311154F03}"/>
                </a:ext>
              </a:extLst>
            </p:cNvPr>
            <p:cNvSpPr/>
            <p:nvPr/>
          </p:nvSpPr>
          <p:spPr>
            <a:xfrm>
              <a:off x="8924054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Flowchart: Connector 329">
              <a:extLst>
                <a:ext uri="{FF2B5EF4-FFF2-40B4-BE49-F238E27FC236}">
                  <a16:creationId xmlns:a16="http://schemas.microsoft.com/office/drawing/2014/main" id="{D3724F40-4092-8641-FB0F-865A02ADC638}"/>
                </a:ext>
              </a:extLst>
            </p:cNvPr>
            <p:cNvSpPr/>
            <p:nvPr/>
          </p:nvSpPr>
          <p:spPr>
            <a:xfrm>
              <a:off x="8334913" y="238739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42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341C-6100-8492-DFAF-A2964B68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roup 331">
            <a:extLst>
              <a:ext uri="{FF2B5EF4-FFF2-40B4-BE49-F238E27FC236}">
                <a16:creationId xmlns:a16="http://schemas.microsoft.com/office/drawing/2014/main" id="{F0A4A46E-505D-A8EC-E32E-5F8A6803C0FC}"/>
              </a:ext>
            </a:extLst>
          </p:cNvPr>
          <p:cNvGrpSpPr/>
          <p:nvPr/>
        </p:nvGrpSpPr>
        <p:grpSpPr>
          <a:xfrm>
            <a:off x="3885927" y="2952568"/>
            <a:ext cx="5028986" cy="1898469"/>
            <a:chOff x="3401806" y="3274423"/>
            <a:chExt cx="5028986" cy="1898469"/>
          </a:xfrm>
        </p:grpSpPr>
        <p:sp>
          <p:nvSpPr>
            <p:cNvPr id="269" name="Wave 268">
              <a:extLst>
                <a:ext uri="{FF2B5EF4-FFF2-40B4-BE49-F238E27FC236}">
                  <a16:creationId xmlns:a16="http://schemas.microsoft.com/office/drawing/2014/main" id="{5794811D-7E8D-FC5E-6D05-93388232ACCE}"/>
                </a:ext>
              </a:extLst>
            </p:cNvPr>
            <p:cNvSpPr/>
            <p:nvPr/>
          </p:nvSpPr>
          <p:spPr>
            <a:xfrm rot="9296920">
              <a:off x="3401806" y="3628538"/>
              <a:ext cx="5028986" cy="1215233"/>
            </a:xfrm>
            <a:prstGeom prst="wave">
              <a:avLst>
                <a:gd name="adj1" fmla="val 15384"/>
                <a:gd name="adj2" fmla="val -3877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C7D874D7-9531-EFFB-DDEB-AB0346FB9D4D}"/>
                </a:ext>
              </a:extLst>
            </p:cNvPr>
            <p:cNvSpPr/>
            <p:nvPr/>
          </p:nvSpPr>
          <p:spPr>
            <a:xfrm>
              <a:off x="3814354" y="3274423"/>
              <a:ext cx="4197532" cy="1898469"/>
            </a:xfrm>
            <a:custGeom>
              <a:avLst/>
              <a:gdLst>
                <a:gd name="connsiteX0" fmla="*/ 0 w 4197532"/>
                <a:gd name="connsiteY0" fmla="*/ 1898469 h 1898469"/>
                <a:gd name="connsiteX1" fmla="*/ 1184366 w 4197532"/>
                <a:gd name="connsiteY1" fmla="*/ 1132114 h 1898469"/>
                <a:gd name="connsiteX2" fmla="*/ 3126377 w 4197532"/>
                <a:gd name="connsiteY2" fmla="*/ 757646 h 1898469"/>
                <a:gd name="connsiteX3" fmla="*/ 4197532 w 4197532"/>
                <a:gd name="connsiteY3" fmla="*/ 0 h 189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97532" h="1898469">
                  <a:moveTo>
                    <a:pt x="0" y="1898469"/>
                  </a:moveTo>
                  <a:cubicBezTo>
                    <a:pt x="331651" y="1610360"/>
                    <a:pt x="663303" y="1322251"/>
                    <a:pt x="1184366" y="1132114"/>
                  </a:cubicBezTo>
                  <a:cubicBezTo>
                    <a:pt x="1705429" y="941977"/>
                    <a:pt x="2624183" y="946332"/>
                    <a:pt x="3126377" y="757646"/>
                  </a:cubicBezTo>
                  <a:cubicBezTo>
                    <a:pt x="3628571" y="568960"/>
                    <a:pt x="3878218" y="133531"/>
                    <a:pt x="4197532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4367568-4972-F13C-B061-FAF1D5A1913E}"/>
              </a:ext>
            </a:extLst>
          </p:cNvPr>
          <p:cNvGrpSpPr/>
          <p:nvPr/>
        </p:nvGrpSpPr>
        <p:grpSpPr>
          <a:xfrm>
            <a:off x="3568163" y="460260"/>
            <a:ext cx="5837094" cy="5373647"/>
            <a:chOff x="2868605" y="-17895"/>
            <a:chExt cx="5213543" cy="479960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72844A-C811-AB28-7075-A6DC67897B57}"/>
                </a:ext>
              </a:extLst>
            </p:cNvPr>
            <p:cNvSpPr/>
            <p:nvPr/>
          </p:nvSpPr>
          <p:spPr>
            <a:xfrm>
              <a:off x="2868605" y="-17895"/>
              <a:ext cx="5213543" cy="4799603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6C99BF28-91CC-474F-A5A3-74FF9A70B4AA}"/>
                </a:ext>
              </a:extLst>
            </p:cNvPr>
            <p:cNvSpPr/>
            <p:nvPr/>
          </p:nvSpPr>
          <p:spPr>
            <a:xfrm>
              <a:off x="6859978" y="300185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CF07DB72-4184-FE6A-CF71-8CCDE82699A8}"/>
                </a:ext>
              </a:extLst>
            </p:cNvPr>
            <p:cNvSpPr/>
            <p:nvPr/>
          </p:nvSpPr>
          <p:spPr>
            <a:xfrm>
              <a:off x="7012378" y="315425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77F68CE6-EE3F-B801-4F8E-048F61E85195}"/>
                </a:ext>
              </a:extLst>
            </p:cNvPr>
            <p:cNvSpPr/>
            <p:nvPr/>
          </p:nvSpPr>
          <p:spPr>
            <a:xfrm>
              <a:off x="4446349" y="208530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E41F880E-3F1F-2CD3-9D87-87A59130DA02}"/>
                </a:ext>
              </a:extLst>
            </p:cNvPr>
            <p:cNvSpPr/>
            <p:nvPr/>
          </p:nvSpPr>
          <p:spPr>
            <a:xfrm>
              <a:off x="4094484" y="20270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49A9A5D7-B2EF-C9D2-5B8F-603F7052203A}"/>
                </a:ext>
              </a:extLst>
            </p:cNvPr>
            <p:cNvSpPr/>
            <p:nvPr/>
          </p:nvSpPr>
          <p:spPr>
            <a:xfrm>
              <a:off x="4246884" y="21794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18AE3071-94B8-0A9A-9D4D-3E0ED6E22E3F}"/>
                </a:ext>
              </a:extLst>
            </p:cNvPr>
            <p:cNvSpPr/>
            <p:nvPr/>
          </p:nvSpPr>
          <p:spPr>
            <a:xfrm>
              <a:off x="7272223" y="294358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E165F97E-6076-B57C-8417-BB231A034D67}"/>
                </a:ext>
              </a:extLst>
            </p:cNvPr>
            <p:cNvSpPr/>
            <p:nvPr/>
          </p:nvSpPr>
          <p:spPr>
            <a:xfrm>
              <a:off x="7424623" y="309598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8A5D82C9-F513-38E0-F42A-0D247719C655}"/>
                </a:ext>
              </a:extLst>
            </p:cNvPr>
            <p:cNvSpPr/>
            <p:nvPr/>
          </p:nvSpPr>
          <p:spPr>
            <a:xfrm>
              <a:off x="4858594" y="20270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4BEC49B8-E79C-DA46-2202-F76173BB5C6D}"/>
                </a:ext>
              </a:extLst>
            </p:cNvPr>
            <p:cNvSpPr/>
            <p:nvPr/>
          </p:nvSpPr>
          <p:spPr>
            <a:xfrm>
              <a:off x="4506729" y="196876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CD864EF3-412E-732B-8771-41C96F8E7B78}"/>
                </a:ext>
              </a:extLst>
            </p:cNvPr>
            <p:cNvSpPr/>
            <p:nvPr/>
          </p:nvSpPr>
          <p:spPr>
            <a:xfrm>
              <a:off x="4659129" y="212116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lowchart: Connector 59">
              <a:extLst>
                <a:ext uri="{FF2B5EF4-FFF2-40B4-BE49-F238E27FC236}">
                  <a16:creationId xmlns:a16="http://schemas.microsoft.com/office/drawing/2014/main" id="{1A3C5609-B97A-54C1-CB7B-EF56FA271329}"/>
                </a:ext>
              </a:extLst>
            </p:cNvPr>
            <p:cNvSpPr/>
            <p:nvPr/>
          </p:nvSpPr>
          <p:spPr>
            <a:xfrm>
              <a:off x="4598749" y="232750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908A00A7-39F7-5834-02C1-88991FAB9175}"/>
                </a:ext>
              </a:extLst>
            </p:cNvPr>
            <p:cNvSpPr/>
            <p:nvPr/>
          </p:nvSpPr>
          <p:spPr>
            <a:xfrm>
              <a:off x="4751149" y="247990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67C87E94-93CC-0387-7FAA-5A6D0FE0F070}"/>
                </a:ext>
              </a:extLst>
            </p:cNvPr>
            <p:cNvSpPr/>
            <p:nvPr/>
          </p:nvSpPr>
          <p:spPr>
            <a:xfrm>
              <a:off x="4842587" y="258875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31EF2332-DD3C-2A09-825F-3EF4D7E1324D}"/>
                </a:ext>
              </a:extLst>
            </p:cNvPr>
            <p:cNvSpPr/>
            <p:nvPr/>
          </p:nvSpPr>
          <p:spPr>
            <a:xfrm>
              <a:off x="4551684" y="257403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lowchart: Connector 63">
              <a:extLst>
                <a:ext uri="{FF2B5EF4-FFF2-40B4-BE49-F238E27FC236}">
                  <a16:creationId xmlns:a16="http://schemas.microsoft.com/office/drawing/2014/main" id="{4B481C12-5FD2-E7B1-BF49-FDAD6D53EBA6}"/>
                </a:ext>
              </a:extLst>
            </p:cNvPr>
            <p:cNvSpPr/>
            <p:nvPr/>
          </p:nvSpPr>
          <p:spPr>
            <a:xfrm>
              <a:off x="4704084" y="285706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Connector 64">
              <a:extLst>
                <a:ext uri="{FF2B5EF4-FFF2-40B4-BE49-F238E27FC236}">
                  <a16:creationId xmlns:a16="http://schemas.microsoft.com/office/drawing/2014/main" id="{5B0E4EF9-E15C-EB88-4846-B460D748DF6F}"/>
                </a:ext>
              </a:extLst>
            </p:cNvPr>
            <p:cNvSpPr/>
            <p:nvPr/>
          </p:nvSpPr>
          <p:spPr>
            <a:xfrm>
              <a:off x="5010994" y="226923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lowchart: Connector 65">
              <a:extLst>
                <a:ext uri="{FF2B5EF4-FFF2-40B4-BE49-F238E27FC236}">
                  <a16:creationId xmlns:a16="http://schemas.microsoft.com/office/drawing/2014/main" id="{5954B009-7932-9496-F739-407D186F9550}"/>
                </a:ext>
              </a:extLst>
            </p:cNvPr>
            <p:cNvSpPr/>
            <p:nvPr/>
          </p:nvSpPr>
          <p:spPr>
            <a:xfrm>
              <a:off x="5163394" y="242163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275CEE73-B04B-55FF-C4E9-06D52C0F0642}"/>
                </a:ext>
              </a:extLst>
            </p:cNvPr>
            <p:cNvSpPr/>
            <p:nvPr/>
          </p:nvSpPr>
          <p:spPr>
            <a:xfrm>
              <a:off x="5315794" y="267853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0BB587FF-9661-4BD8-2B87-D90805631664}"/>
                </a:ext>
              </a:extLst>
            </p:cNvPr>
            <p:cNvSpPr/>
            <p:nvPr/>
          </p:nvSpPr>
          <p:spPr>
            <a:xfrm>
              <a:off x="4963929" y="251576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lowchart: Connector 68">
              <a:extLst>
                <a:ext uri="{FF2B5EF4-FFF2-40B4-BE49-F238E27FC236}">
                  <a16:creationId xmlns:a16="http://schemas.microsoft.com/office/drawing/2014/main" id="{DC2D08FA-AEC1-C560-0BFF-8D357DC5FCF8}"/>
                </a:ext>
              </a:extLst>
            </p:cNvPr>
            <p:cNvSpPr/>
            <p:nvPr/>
          </p:nvSpPr>
          <p:spPr>
            <a:xfrm>
              <a:off x="5090202" y="253752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lowchart: Connector 69">
              <a:extLst>
                <a:ext uri="{FF2B5EF4-FFF2-40B4-BE49-F238E27FC236}">
                  <a16:creationId xmlns:a16="http://schemas.microsoft.com/office/drawing/2014/main" id="{2D1F7B6A-0C30-917F-F8F9-B0E1DE678D78}"/>
                </a:ext>
              </a:extLst>
            </p:cNvPr>
            <p:cNvSpPr/>
            <p:nvPr/>
          </p:nvSpPr>
          <p:spPr>
            <a:xfrm>
              <a:off x="3681602" y="253354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Connector 70">
              <a:extLst>
                <a:ext uri="{FF2B5EF4-FFF2-40B4-BE49-F238E27FC236}">
                  <a16:creationId xmlns:a16="http://schemas.microsoft.com/office/drawing/2014/main" id="{CFFF734A-BB16-01A5-481D-848261FA250F}"/>
                </a:ext>
              </a:extLst>
            </p:cNvPr>
            <p:cNvSpPr/>
            <p:nvPr/>
          </p:nvSpPr>
          <p:spPr>
            <a:xfrm>
              <a:off x="3834002" y="268594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lowchart: Connector 71">
              <a:extLst>
                <a:ext uri="{FF2B5EF4-FFF2-40B4-BE49-F238E27FC236}">
                  <a16:creationId xmlns:a16="http://schemas.microsoft.com/office/drawing/2014/main" id="{D1AA7FD6-ED7B-1AD2-486E-79CA61607C42}"/>
                </a:ext>
              </a:extLst>
            </p:cNvPr>
            <p:cNvSpPr/>
            <p:nvPr/>
          </p:nvSpPr>
          <p:spPr>
            <a:xfrm>
              <a:off x="3986402" y="283834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:a16="http://schemas.microsoft.com/office/drawing/2014/main" id="{64F911AD-027D-7A8B-659A-A88768EB0F09}"/>
                </a:ext>
              </a:extLst>
            </p:cNvPr>
            <p:cNvSpPr/>
            <p:nvPr/>
          </p:nvSpPr>
          <p:spPr>
            <a:xfrm>
              <a:off x="3634537" y="278007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lowchart: Connector 73">
              <a:extLst>
                <a:ext uri="{FF2B5EF4-FFF2-40B4-BE49-F238E27FC236}">
                  <a16:creationId xmlns:a16="http://schemas.microsoft.com/office/drawing/2014/main" id="{05F3CD72-7E2A-AD41-1432-503C22224A70}"/>
                </a:ext>
              </a:extLst>
            </p:cNvPr>
            <p:cNvSpPr/>
            <p:nvPr/>
          </p:nvSpPr>
          <p:spPr>
            <a:xfrm>
              <a:off x="3780280" y="286455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5D61C324-B8A8-CFC2-303D-0B2A7AF6A395}"/>
                </a:ext>
              </a:extLst>
            </p:cNvPr>
            <p:cNvSpPr/>
            <p:nvPr/>
          </p:nvSpPr>
          <p:spPr>
            <a:xfrm>
              <a:off x="4093847" y="247527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A6BD616D-4135-DE6E-8B1A-CBFC19409C90}"/>
                </a:ext>
              </a:extLst>
            </p:cNvPr>
            <p:cNvSpPr/>
            <p:nvPr/>
          </p:nvSpPr>
          <p:spPr>
            <a:xfrm>
              <a:off x="4246247" y="262767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lowchart: Connector 76">
              <a:extLst>
                <a:ext uri="{FF2B5EF4-FFF2-40B4-BE49-F238E27FC236}">
                  <a16:creationId xmlns:a16="http://schemas.microsoft.com/office/drawing/2014/main" id="{248D72C3-6279-C56C-835C-324EA202A797}"/>
                </a:ext>
              </a:extLst>
            </p:cNvPr>
            <p:cNvSpPr/>
            <p:nvPr/>
          </p:nvSpPr>
          <p:spPr>
            <a:xfrm>
              <a:off x="4407356" y="271040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DCE74E7E-374A-A833-C253-B9A1BA83A02A}"/>
                </a:ext>
              </a:extLst>
            </p:cNvPr>
            <p:cNvSpPr/>
            <p:nvPr/>
          </p:nvSpPr>
          <p:spPr>
            <a:xfrm>
              <a:off x="4046782" y="272180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6F3C7292-21E2-8CEE-EBC7-063FA439F97D}"/>
                </a:ext>
              </a:extLst>
            </p:cNvPr>
            <p:cNvSpPr/>
            <p:nvPr/>
          </p:nvSpPr>
          <p:spPr>
            <a:xfrm>
              <a:off x="4199182" y="278711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008A955B-B981-30B2-AAE7-9691B37DCDD7}"/>
                </a:ext>
              </a:extLst>
            </p:cNvPr>
            <p:cNvSpPr/>
            <p:nvPr/>
          </p:nvSpPr>
          <p:spPr>
            <a:xfrm>
              <a:off x="4835798" y="296833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lowchart: Connector 80">
              <a:extLst>
                <a:ext uri="{FF2B5EF4-FFF2-40B4-BE49-F238E27FC236}">
                  <a16:creationId xmlns:a16="http://schemas.microsoft.com/office/drawing/2014/main" id="{15A9B99A-12E6-53BE-3D40-60A9221C68FD}"/>
                </a:ext>
              </a:extLst>
            </p:cNvPr>
            <p:cNvSpPr/>
            <p:nvPr/>
          </p:nvSpPr>
          <p:spPr>
            <a:xfrm>
              <a:off x="5141235" y="323763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lowchart: Connector 81">
              <a:extLst>
                <a:ext uri="{FF2B5EF4-FFF2-40B4-BE49-F238E27FC236}">
                  <a16:creationId xmlns:a16="http://schemas.microsoft.com/office/drawing/2014/main" id="{5EC6ADEB-DF79-941A-4AD8-23A5EBD173FF}"/>
                </a:ext>
              </a:extLst>
            </p:cNvPr>
            <p:cNvSpPr/>
            <p:nvPr/>
          </p:nvSpPr>
          <p:spPr>
            <a:xfrm>
              <a:off x="5293635" y="339003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lowchart: Connector 82">
              <a:extLst>
                <a:ext uri="{FF2B5EF4-FFF2-40B4-BE49-F238E27FC236}">
                  <a16:creationId xmlns:a16="http://schemas.microsoft.com/office/drawing/2014/main" id="{0907F7E8-2730-E70B-829B-29E449B7BC3F}"/>
                </a:ext>
              </a:extLst>
            </p:cNvPr>
            <p:cNvSpPr/>
            <p:nvPr/>
          </p:nvSpPr>
          <p:spPr>
            <a:xfrm>
              <a:off x="4683398" y="313887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Flowchart: Connector 83">
              <a:extLst>
                <a:ext uri="{FF2B5EF4-FFF2-40B4-BE49-F238E27FC236}">
                  <a16:creationId xmlns:a16="http://schemas.microsoft.com/office/drawing/2014/main" id="{5245D80B-3C5E-220F-0D70-EF17F9A19A72}"/>
                </a:ext>
              </a:extLst>
            </p:cNvPr>
            <p:cNvSpPr/>
            <p:nvPr/>
          </p:nvSpPr>
          <p:spPr>
            <a:xfrm>
              <a:off x="4835798" y="329127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Connector 84">
              <a:extLst>
                <a:ext uri="{FF2B5EF4-FFF2-40B4-BE49-F238E27FC236}">
                  <a16:creationId xmlns:a16="http://schemas.microsoft.com/office/drawing/2014/main" id="{A1ECB257-5AE7-449A-A71E-51EB0589A8F3}"/>
                </a:ext>
              </a:extLst>
            </p:cNvPr>
            <p:cNvSpPr/>
            <p:nvPr/>
          </p:nvSpPr>
          <p:spPr>
            <a:xfrm>
              <a:off x="4988198" y="344367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lowchart: Connector 85">
              <a:extLst>
                <a:ext uri="{FF2B5EF4-FFF2-40B4-BE49-F238E27FC236}">
                  <a16:creationId xmlns:a16="http://schemas.microsoft.com/office/drawing/2014/main" id="{C5582D71-91F9-27AC-763E-49D64D628CC4}"/>
                </a:ext>
              </a:extLst>
            </p:cNvPr>
            <p:cNvSpPr/>
            <p:nvPr/>
          </p:nvSpPr>
          <p:spPr>
            <a:xfrm>
              <a:off x="4814860" y="357264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lowchart: Connector 86">
              <a:extLst>
                <a:ext uri="{FF2B5EF4-FFF2-40B4-BE49-F238E27FC236}">
                  <a16:creationId xmlns:a16="http://schemas.microsoft.com/office/drawing/2014/main" id="{C2F80A43-FC54-EE6F-BDEE-26AED7E999CB}"/>
                </a:ext>
              </a:extLst>
            </p:cNvPr>
            <p:cNvSpPr/>
            <p:nvPr/>
          </p:nvSpPr>
          <p:spPr>
            <a:xfrm>
              <a:off x="4103261" y="344895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lowchart: Connector 87">
              <a:extLst>
                <a:ext uri="{FF2B5EF4-FFF2-40B4-BE49-F238E27FC236}">
                  <a16:creationId xmlns:a16="http://schemas.microsoft.com/office/drawing/2014/main" id="{5C2EBB28-123D-F73A-E22B-6F15264D556B}"/>
                </a:ext>
              </a:extLst>
            </p:cNvPr>
            <p:cNvSpPr/>
            <p:nvPr/>
          </p:nvSpPr>
          <p:spPr>
            <a:xfrm>
              <a:off x="3751396" y="339068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lowchart: Connector 88">
              <a:extLst>
                <a:ext uri="{FF2B5EF4-FFF2-40B4-BE49-F238E27FC236}">
                  <a16:creationId xmlns:a16="http://schemas.microsoft.com/office/drawing/2014/main" id="{DFB7B863-4BCF-D684-CFAF-2982CCB29FB5}"/>
                </a:ext>
              </a:extLst>
            </p:cNvPr>
            <p:cNvSpPr/>
            <p:nvPr/>
          </p:nvSpPr>
          <p:spPr>
            <a:xfrm>
              <a:off x="3903796" y="354308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Connector 89">
              <a:extLst>
                <a:ext uri="{FF2B5EF4-FFF2-40B4-BE49-F238E27FC236}">
                  <a16:creationId xmlns:a16="http://schemas.microsoft.com/office/drawing/2014/main" id="{FA84EA12-C881-F6A0-4707-FAAD6DD0870C}"/>
                </a:ext>
              </a:extLst>
            </p:cNvPr>
            <p:cNvSpPr/>
            <p:nvPr/>
          </p:nvSpPr>
          <p:spPr>
            <a:xfrm>
              <a:off x="4515506" y="339068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lowchart: Connector 90">
              <a:extLst>
                <a:ext uri="{FF2B5EF4-FFF2-40B4-BE49-F238E27FC236}">
                  <a16:creationId xmlns:a16="http://schemas.microsoft.com/office/drawing/2014/main" id="{3E48AE85-CD74-E7F6-2667-0B22BB3A2C04}"/>
                </a:ext>
              </a:extLst>
            </p:cNvPr>
            <p:cNvSpPr/>
            <p:nvPr/>
          </p:nvSpPr>
          <p:spPr>
            <a:xfrm>
              <a:off x="4163641" y="333241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lowchart: Connector 91">
              <a:extLst>
                <a:ext uri="{FF2B5EF4-FFF2-40B4-BE49-F238E27FC236}">
                  <a16:creationId xmlns:a16="http://schemas.microsoft.com/office/drawing/2014/main" id="{0C87C2F2-3916-CF12-6163-0380422B8C03}"/>
                </a:ext>
              </a:extLst>
            </p:cNvPr>
            <p:cNvSpPr/>
            <p:nvPr/>
          </p:nvSpPr>
          <p:spPr>
            <a:xfrm>
              <a:off x="4316041" y="348481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lowchart: Connector 92">
              <a:extLst>
                <a:ext uri="{FF2B5EF4-FFF2-40B4-BE49-F238E27FC236}">
                  <a16:creationId xmlns:a16="http://schemas.microsoft.com/office/drawing/2014/main" id="{93044BA1-A5A2-FF8A-D842-06B23C545F08}"/>
                </a:ext>
              </a:extLst>
            </p:cNvPr>
            <p:cNvSpPr/>
            <p:nvPr/>
          </p:nvSpPr>
          <p:spPr>
            <a:xfrm>
              <a:off x="4398647" y="367095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:a16="http://schemas.microsoft.com/office/drawing/2014/main" id="{ACC3C31E-7792-013B-3F51-9F112993186B}"/>
                </a:ext>
              </a:extLst>
            </p:cNvPr>
            <p:cNvSpPr/>
            <p:nvPr/>
          </p:nvSpPr>
          <p:spPr>
            <a:xfrm>
              <a:off x="4199182" y="391312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lowchart: Connector 94">
              <a:extLst>
                <a:ext uri="{FF2B5EF4-FFF2-40B4-BE49-F238E27FC236}">
                  <a16:creationId xmlns:a16="http://schemas.microsoft.com/office/drawing/2014/main" id="{14872F2F-A2D3-003B-1728-B0A45FE6E233}"/>
                </a:ext>
              </a:extLst>
            </p:cNvPr>
            <p:cNvSpPr/>
            <p:nvPr/>
          </p:nvSpPr>
          <p:spPr>
            <a:xfrm>
              <a:off x="4351582" y="396102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lowchart: Connector 95">
              <a:extLst>
                <a:ext uri="{FF2B5EF4-FFF2-40B4-BE49-F238E27FC236}">
                  <a16:creationId xmlns:a16="http://schemas.microsoft.com/office/drawing/2014/main" id="{3BA94AC4-7322-E9C3-96C1-DC888F8AECBF}"/>
                </a:ext>
              </a:extLst>
            </p:cNvPr>
            <p:cNvSpPr/>
            <p:nvPr/>
          </p:nvSpPr>
          <p:spPr>
            <a:xfrm>
              <a:off x="3839567" y="372910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lowchart: Connector 96">
              <a:extLst>
                <a:ext uri="{FF2B5EF4-FFF2-40B4-BE49-F238E27FC236}">
                  <a16:creationId xmlns:a16="http://schemas.microsoft.com/office/drawing/2014/main" id="{C1024F38-E5C9-2B96-D6FC-5C0C26260130}"/>
                </a:ext>
              </a:extLst>
            </p:cNvPr>
            <p:cNvSpPr/>
            <p:nvPr/>
          </p:nvSpPr>
          <p:spPr>
            <a:xfrm>
              <a:off x="4035510" y="410792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lowchart: Connector 97">
              <a:extLst>
                <a:ext uri="{FF2B5EF4-FFF2-40B4-BE49-F238E27FC236}">
                  <a16:creationId xmlns:a16="http://schemas.microsoft.com/office/drawing/2014/main" id="{6EA331CE-FBB1-82BE-788F-CAC538C03048}"/>
                </a:ext>
              </a:extLst>
            </p:cNvPr>
            <p:cNvSpPr/>
            <p:nvPr/>
          </p:nvSpPr>
          <p:spPr>
            <a:xfrm>
              <a:off x="4187910" y="426032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lowchart: Connector 98">
              <a:extLst>
                <a:ext uri="{FF2B5EF4-FFF2-40B4-BE49-F238E27FC236}">
                  <a16:creationId xmlns:a16="http://schemas.microsoft.com/office/drawing/2014/main" id="{39760F73-0BDE-2907-9242-6335799B8B79}"/>
                </a:ext>
              </a:extLst>
            </p:cNvPr>
            <p:cNvSpPr/>
            <p:nvPr/>
          </p:nvSpPr>
          <p:spPr>
            <a:xfrm>
              <a:off x="3988445" y="435445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lowchart: Connector 99">
              <a:extLst>
                <a:ext uri="{FF2B5EF4-FFF2-40B4-BE49-F238E27FC236}">
                  <a16:creationId xmlns:a16="http://schemas.microsoft.com/office/drawing/2014/main" id="{9F9F6766-D54C-9397-BCE0-AFB58A6DF7E6}"/>
                </a:ext>
              </a:extLst>
            </p:cNvPr>
            <p:cNvSpPr/>
            <p:nvPr/>
          </p:nvSpPr>
          <p:spPr>
            <a:xfrm>
              <a:off x="6272388" y="172881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lowchart: Connector 100">
              <a:extLst>
                <a:ext uri="{FF2B5EF4-FFF2-40B4-BE49-F238E27FC236}">
                  <a16:creationId xmlns:a16="http://schemas.microsoft.com/office/drawing/2014/main" id="{9B413B9A-B06B-9CAA-64DB-3BEE2227636D}"/>
                </a:ext>
              </a:extLst>
            </p:cNvPr>
            <p:cNvSpPr/>
            <p:nvPr/>
          </p:nvSpPr>
          <p:spPr>
            <a:xfrm>
              <a:off x="5103885" y="29795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lowchart: Connector 101">
              <a:extLst>
                <a:ext uri="{FF2B5EF4-FFF2-40B4-BE49-F238E27FC236}">
                  <a16:creationId xmlns:a16="http://schemas.microsoft.com/office/drawing/2014/main" id="{464064C3-EB7B-E6AF-5A58-503517F2256A}"/>
                </a:ext>
              </a:extLst>
            </p:cNvPr>
            <p:cNvSpPr/>
            <p:nvPr/>
          </p:nvSpPr>
          <p:spPr>
            <a:xfrm>
              <a:off x="5996472" y="215185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lowchart: Connector 102">
              <a:extLst>
                <a:ext uri="{FF2B5EF4-FFF2-40B4-BE49-F238E27FC236}">
                  <a16:creationId xmlns:a16="http://schemas.microsoft.com/office/drawing/2014/main" id="{3E48E39B-EE41-3044-B16D-9C3C260B8CDE}"/>
                </a:ext>
              </a:extLst>
            </p:cNvPr>
            <p:cNvSpPr/>
            <p:nvPr/>
          </p:nvSpPr>
          <p:spPr>
            <a:xfrm>
              <a:off x="6225323" y="197534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lowchart: Connector 103">
              <a:extLst>
                <a:ext uri="{FF2B5EF4-FFF2-40B4-BE49-F238E27FC236}">
                  <a16:creationId xmlns:a16="http://schemas.microsoft.com/office/drawing/2014/main" id="{00D9B84B-3D6A-6698-265D-0B35FC0A3C11}"/>
                </a:ext>
              </a:extLst>
            </p:cNvPr>
            <p:cNvSpPr/>
            <p:nvPr/>
          </p:nvSpPr>
          <p:spPr>
            <a:xfrm>
              <a:off x="5691363" y="220585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lowchart: Connector 104">
              <a:extLst>
                <a:ext uri="{FF2B5EF4-FFF2-40B4-BE49-F238E27FC236}">
                  <a16:creationId xmlns:a16="http://schemas.microsoft.com/office/drawing/2014/main" id="{07199EE7-975D-67B5-50D0-C32D309630ED}"/>
                </a:ext>
              </a:extLst>
            </p:cNvPr>
            <p:cNvSpPr/>
            <p:nvPr/>
          </p:nvSpPr>
          <p:spPr>
            <a:xfrm>
              <a:off x="6684633" y="167054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lowchart: Connector 105">
              <a:extLst>
                <a:ext uri="{FF2B5EF4-FFF2-40B4-BE49-F238E27FC236}">
                  <a16:creationId xmlns:a16="http://schemas.microsoft.com/office/drawing/2014/main" id="{00D6B53C-662D-B9B5-8099-6B4910B8165B}"/>
                </a:ext>
              </a:extLst>
            </p:cNvPr>
            <p:cNvSpPr/>
            <p:nvPr/>
          </p:nvSpPr>
          <p:spPr>
            <a:xfrm>
              <a:off x="5516130" y="292126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lowchart: Connector 106">
              <a:extLst>
                <a:ext uri="{FF2B5EF4-FFF2-40B4-BE49-F238E27FC236}">
                  <a16:creationId xmlns:a16="http://schemas.microsoft.com/office/drawing/2014/main" id="{87317D9A-BE04-F815-B594-7E98CE771C43}"/>
                </a:ext>
              </a:extLst>
            </p:cNvPr>
            <p:cNvSpPr/>
            <p:nvPr/>
          </p:nvSpPr>
          <p:spPr>
            <a:xfrm>
              <a:off x="6989433" y="197534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lowchart: Connector 107">
              <a:extLst>
                <a:ext uri="{FF2B5EF4-FFF2-40B4-BE49-F238E27FC236}">
                  <a16:creationId xmlns:a16="http://schemas.microsoft.com/office/drawing/2014/main" id="{5E6E9D12-3459-4E22-CDE2-341C31F4C5B8}"/>
                </a:ext>
              </a:extLst>
            </p:cNvPr>
            <p:cNvSpPr/>
            <p:nvPr/>
          </p:nvSpPr>
          <p:spPr>
            <a:xfrm>
              <a:off x="6637568" y="191707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lowchart: Connector 108">
              <a:extLst>
                <a:ext uri="{FF2B5EF4-FFF2-40B4-BE49-F238E27FC236}">
                  <a16:creationId xmlns:a16="http://schemas.microsoft.com/office/drawing/2014/main" id="{863AF910-66B6-5D8A-0320-A20D0A8CD79F}"/>
                </a:ext>
              </a:extLst>
            </p:cNvPr>
            <p:cNvSpPr/>
            <p:nvPr/>
          </p:nvSpPr>
          <p:spPr>
            <a:xfrm>
              <a:off x="6789968" y="206947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lowchart: Connector 109">
              <a:extLst>
                <a:ext uri="{FF2B5EF4-FFF2-40B4-BE49-F238E27FC236}">
                  <a16:creationId xmlns:a16="http://schemas.microsoft.com/office/drawing/2014/main" id="{2DDFF5EB-DDC5-18A0-7687-B2C6EEF7590A}"/>
                </a:ext>
              </a:extLst>
            </p:cNvPr>
            <p:cNvSpPr/>
            <p:nvPr/>
          </p:nvSpPr>
          <p:spPr>
            <a:xfrm>
              <a:off x="6729588" y="227580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lowchart: Connector 110">
              <a:extLst>
                <a:ext uri="{FF2B5EF4-FFF2-40B4-BE49-F238E27FC236}">
                  <a16:creationId xmlns:a16="http://schemas.microsoft.com/office/drawing/2014/main" id="{D0373A6D-5A99-0823-49AC-91649024CC96}"/>
                </a:ext>
              </a:extLst>
            </p:cNvPr>
            <p:cNvSpPr/>
            <p:nvPr/>
          </p:nvSpPr>
          <p:spPr>
            <a:xfrm>
              <a:off x="6881988" y="242820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lowchart: Connector 111">
              <a:extLst>
                <a:ext uri="{FF2B5EF4-FFF2-40B4-BE49-F238E27FC236}">
                  <a16:creationId xmlns:a16="http://schemas.microsoft.com/office/drawing/2014/main" id="{C51B5F55-5DF5-13B2-E1F5-B5A38D92E208}"/>
                </a:ext>
              </a:extLst>
            </p:cNvPr>
            <p:cNvSpPr/>
            <p:nvPr/>
          </p:nvSpPr>
          <p:spPr>
            <a:xfrm>
              <a:off x="7034388" y="258060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lowchart: Connector 112">
              <a:extLst>
                <a:ext uri="{FF2B5EF4-FFF2-40B4-BE49-F238E27FC236}">
                  <a16:creationId xmlns:a16="http://schemas.microsoft.com/office/drawing/2014/main" id="{3B834BA8-0CA3-1F03-29A0-691D2B22CDCF}"/>
                </a:ext>
              </a:extLst>
            </p:cNvPr>
            <p:cNvSpPr/>
            <p:nvPr/>
          </p:nvSpPr>
          <p:spPr>
            <a:xfrm>
              <a:off x="6682523" y="25223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lowchart: Connector 113">
              <a:extLst>
                <a:ext uri="{FF2B5EF4-FFF2-40B4-BE49-F238E27FC236}">
                  <a16:creationId xmlns:a16="http://schemas.microsoft.com/office/drawing/2014/main" id="{C25F6D99-C87A-9EA0-87F5-AEA31E644F6C}"/>
                </a:ext>
              </a:extLst>
            </p:cNvPr>
            <p:cNvSpPr/>
            <p:nvPr/>
          </p:nvSpPr>
          <p:spPr>
            <a:xfrm>
              <a:off x="6834923" y="26747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Flowchart: Connector 114">
              <a:extLst>
                <a:ext uri="{FF2B5EF4-FFF2-40B4-BE49-F238E27FC236}">
                  <a16:creationId xmlns:a16="http://schemas.microsoft.com/office/drawing/2014/main" id="{F02C37ED-4F68-15A7-297B-C3A951020FE1}"/>
                </a:ext>
              </a:extLst>
            </p:cNvPr>
            <p:cNvSpPr/>
            <p:nvPr/>
          </p:nvSpPr>
          <p:spPr>
            <a:xfrm>
              <a:off x="7141833" y="22175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lowchart: Connector 115">
              <a:extLst>
                <a:ext uri="{FF2B5EF4-FFF2-40B4-BE49-F238E27FC236}">
                  <a16:creationId xmlns:a16="http://schemas.microsoft.com/office/drawing/2014/main" id="{927E01FC-3114-FDE7-59BE-E8F80FD32EAA}"/>
                </a:ext>
              </a:extLst>
            </p:cNvPr>
            <p:cNvSpPr/>
            <p:nvPr/>
          </p:nvSpPr>
          <p:spPr>
            <a:xfrm>
              <a:off x="7294233" y="23699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lowchart: Connector 116">
              <a:extLst>
                <a:ext uri="{FF2B5EF4-FFF2-40B4-BE49-F238E27FC236}">
                  <a16:creationId xmlns:a16="http://schemas.microsoft.com/office/drawing/2014/main" id="{8407CEE5-1C4E-29B2-334C-4ECDA1919DF9}"/>
                </a:ext>
              </a:extLst>
            </p:cNvPr>
            <p:cNvSpPr/>
            <p:nvPr/>
          </p:nvSpPr>
          <p:spPr>
            <a:xfrm>
              <a:off x="7446633" y="252233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lowchart: Connector 117">
              <a:extLst>
                <a:ext uri="{FF2B5EF4-FFF2-40B4-BE49-F238E27FC236}">
                  <a16:creationId xmlns:a16="http://schemas.microsoft.com/office/drawing/2014/main" id="{C219FA6B-F1CF-843E-2736-19166CE6BE90}"/>
                </a:ext>
              </a:extLst>
            </p:cNvPr>
            <p:cNvSpPr/>
            <p:nvPr/>
          </p:nvSpPr>
          <p:spPr>
            <a:xfrm>
              <a:off x="7094768" y="246406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lowchart: Connector 118">
              <a:extLst>
                <a:ext uri="{FF2B5EF4-FFF2-40B4-BE49-F238E27FC236}">
                  <a16:creationId xmlns:a16="http://schemas.microsoft.com/office/drawing/2014/main" id="{9F567840-2BB2-4F41-C927-19ED865C0525}"/>
                </a:ext>
              </a:extLst>
            </p:cNvPr>
            <p:cNvSpPr/>
            <p:nvPr/>
          </p:nvSpPr>
          <p:spPr>
            <a:xfrm>
              <a:off x="7247168" y="2616466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2701A5F0-3B24-6B77-6FB2-3300F3582E1A}"/>
                </a:ext>
              </a:extLst>
            </p:cNvPr>
            <p:cNvSpPr/>
            <p:nvPr/>
          </p:nvSpPr>
          <p:spPr>
            <a:xfrm>
              <a:off x="5812441" y="248184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lowchart: Connector 120">
              <a:extLst>
                <a:ext uri="{FF2B5EF4-FFF2-40B4-BE49-F238E27FC236}">
                  <a16:creationId xmlns:a16="http://schemas.microsoft.com/office/drawing/2014/main" id="{FA3A8692-7CCD-5A57-1AA0-986AA2D1F371}"/>
                </a:ext>
              </a:extLst>
            </p:cNvPr>
            <p:cNvSpPr/>
            <p:nvPr/>
          </p:nvSpPr>
          <p:spPr>
            <a:xfrm>
              <a:off x="5964841" y="263424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lowchart: Connector 121">
              <a:extLst>
                <a:ext uri="{FF2B5EF4-FFF2-40B4-BE49-F238E27FC236}">
                  <a16:creationId xmlns:a16="http://schemas.microsoft.com/office/drawing/2014/main" id="{6C3F566A-EAC5-7874-4E4B-4075F706A336}"/>
                </a:ext>
              </a:extLst>
            </p:cNvPr>
            <p:cNvSpPr/>
            <p:nvPr/>
          </p:nvSpPr>
          <p:spPr>
            <a:xfrm>
              <a:off x="6117241" y="278664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lowchart: Connector 122">
              <a:extLst>
                <a:ext uri="{FF2B5EF4-FFF2-40B4-BE49-F238E27FC236}">
                  <a16:creationId xmlns:a16="http://schemas.microsoft.com/office/drawing/2014/main" id="{4A28D855-5188-9294-658E-5E2B6FFAFB0F}"/>
                </a:ext>
              </a:extLst>
            </p:cNvPr>
            <p:cNvSpPr/>
            <p:nvPr/>
          </p:nvSpPr>
          <p:spPr>
            <a:xfrm>
              <a:off x="5765376" y="272837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lowchart: Connector 123">
              <a:extLst>
                <a:ext uri="{FF2B5EF4-FFF2-40B4-BE49-F238E27FC236}">
                  <a16:creationId xmlns:a16="http://schemas.microsoft.com/office/drawing/2014/main" id="{2E0FCE5B-2353-FF49-4156-53BE5BFE3616}"/>
                </a:ext>
              </a:extLst>
            </p:cNvPr>
            <p:cNvSpPr/>
            <p:nvPr/>
          </p:nvSpPr>
          <p:spPr>
            <a:xfrm>
              <a:off x="5917776" y="288077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lowchart: Connector 124">
              <a:extLst>
                <a:ext uri="{FF2B5EF4-FFF2-40B4-BE49-F238E27FC236}">
                  <a16:creationId xmlns:a16="http://schemas.microsoft.com/office/drawing/2014/main" id="{AC87448F-82CA-FCCB-BC90-7983DCEEED0C}"/>
                </a:ext>
              </a:extLst>
            </p:cNvPr>
            <p:cNvSpPr/>
            <p:nvPr/>
          </p:nvSpPr>
          <p:spPr>
            <a:xfrm>
              <a:off x="6224686" y="242357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lowchart: Connector 125">
              <a:extLst>
                <a:ext uri="{FF2B5EF4-FFF2-40B4-BE49-F238E27FC236}">
                  <a16:creationId xmlns:a16="http://schemas.microsoft.com/office/drawing/2014/main" id="{F3FB265E-F8AB-8339-8618-291C01845CB9}"/>
                </a:ext>
              </a:extLst>
            </p:cNvPr>
            <p:cNvSpPr/>
            <p:nvPr/>
          </p:nvSpPr>
          <p:spPr>
            <a:xfrm>
              <a:off x="6377086" y="257597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lowchart: Connector 126">
              <a:extLst>
                <a:ext uri="{FF2B5EF4-FFF2-40B4-BE49-F238E27FC236}">
                  <a16:creationId xmlns:a16="http://schemas.microsoft.com/office/drawing/2014/main" id="{8C9753C2-6AE0-5463-1A6F-B75F731561F7}"/>
                </a:ext>
              </a:extLst>
            </p:cNvPr>
            <p:cNvSpPr/>
            <p:nvPr/>
          </p:nvSpPr>
          <p:spPr>
            <a:xfrm>
              <a:off x="6529486" y="272837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lowchart: Connector 127">
              <a:extLst>
                <a:ext uri="{FF2B5EF4-FFF2-40B4-BE49-F238E27FC236}">
                  <a16:creationId xmlns:a16="http://schemas.microsoft.com/office/drawing/2014/main" id="{D9AF42AA-E712-89D8-E9FB-457F2CFBD678}"/>
                </a:ext>
              </a:extLst>
            </p:cNvPr>
            <p:cNvSpPr/>
            <p:nvPr/>
          </p:nvSpPr>
          <p:spPr>
            <a:xfrm>
              <a:off x="6177621" y="267010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lowchart: Connector 128">
              <a:extLst>
                <a:ext uri="{FF2B5EF4-FFF2-40B4-BE49-F238E27FC236}">
                  <a16:creationId xmlns:a16="http://schemas.microsoft.com/office/drawing/2014/main" id="{A6CD7DC9-F112-AF4B-EB7C-9A7DE747D9AE}"/>
                </a:ext>
              </a:extLst>
            </p:cNvPr>
            <p:cNvSpPr/>
            <p:nvPr/>
          </p:nvSpPr>
          <p:spPr>
            <a:xfrm>
              <a:off x="6330021" y="2822507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lowchart: Connector 129">
              <a:extLst>
                <a:ext uri="{FF2B5EF4-FFF2-40B4-BE49-F238E27FC236}">
                  <a16:creationId xmlns:a16="http://schemas.microsoft.com/office/drawing/2014/main" id="{C3CF3FC4-0197-636D-B28C-4F535EDB50D2}"/>
                </a:ext>
              </a:extLst>
            </p:cNvPr>
            <p:cNvSpPr/>
            <p:nvPr/>
          </p:nvSpPr>
          <p:spPr>
            <a:xfrm>
              <a:off x="4807400" y="376666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lowchart: Connector 130">
              <a:extLst>
                <a:ext uri="{FF2B5EF4-FFF2-40B4-BE49-F238E27FC236}">
                  <a16:creationId xmlns:a16="http://schemas.microsoft.com/office/drawing/2014/main" id="{9D49E15F-81E5-4A9D-C781-5D07035155F0}"/>
                </a:ext>
              </a:extLst>
            </p:cNvPr>
            <p:cNvSpPr/>
            <p:nvPr/>
          </p:nvSpPr>
          <p:spPr>
            <a:xfrm>
              <a:off x="5112837" y="403597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lowchart: Connector 131">
              <a:extLst>
                <a:ext uri="{FF2B5EF4-FFF2-40B4-BE49-F238E27FC236}">
                  <a16:creationId xmlns:a16="http://schemas.microsoft.com/office/drawing/2014/main" id="{11100BA9-5BF2-D3B0-7387-ED0EC0F0E104}"/>
                </a:ext>
              </a:extLst>
            </p:cNvPr>
            <p:cNvSpPr/>
            <p:nvPr/>
          </p:nvSpPr>
          <p:spPr>
            <a:xfrm>
              <a:off x="5265237" y="4188372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lowchart: Connector 132">
              <a:extLst>
                <a:ext uri="{FF2B5EF4-FFF2-40B4-BE49-F238E27FC236}">
                  <a16:creationId xmlns:a16="http://schemas.microsoft.com/office/drawing/2014/main" id="{32CD8E87-E745-EF7D-3372-28233CD005E7}"/>
                </a:ext>
              </a:extLst>
            </p:cNvPr>
            <p:cNvSpPr/>
            <p:nvPr/>
          </p:nvSpPr>
          <p:spPr>
            <a:xfrm>
              <a:off x="4655000" y="393721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lowchart: Connector 133">
              <a:extLst>
                <a:ext uri="{FF2B5EF4-FFF2-40B4-BE49-F238E27FC236}">
                  <a16:creationId xmlns:a16="http://schemas.microsoft.com/office/drawing/2014/main" id="{F0D203BA-C53D-77ED-BD24-3E2F956FB54B}"/>
                </a:ext>
              </a:extLst>
            </p:cNvPr>
            <p:cNvSpPr/>
            <p:nvPr/>
          </p:nvSpPr>
          <p:spPr>
            <a:xfrm>
              <a:off x="4807400" y="408961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lowchart: Connector 134">
              <a:extLst>
                <a:ext uri="{FF2B5EF4-FFF2-40B4-BE49-F238E27FC236}">
                  <a16:creationId xmlns:a16="http://schemas.microsoft.com/office/drawing/2014/main" id="{18577540-3A0E-8966-8EFB-775FAB0628CA}"/>
                </a:ext>
              </a:extLst>
            </p:cNvPr>
            <p:cNvSpPr/>
            <p:nvPr/>
          </p:nvSpPr>
          <p:spPr>
            <a:xfrm>
              <a:off x="4959800" y="424201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lowchart: Connector 135">
              <a:extLst>
                <a:ext uri="{FF2B5EF4-FFF2-40B4-BE49-F238E27FC236}">
                  <a16:creationId xmlns:a16="http://schemas.microsoft.com/office/drawing/2014/main" id="{E54A6A47-18F8-C89E-36D4-7C7B9BB9B216}"/>
                </a:ext>
              </a:extLst>
            </p:cNvPr>
            <p:cNvSpPr/>
            <p:nvPr/>
          </p:nvSpPr>
          <p:spPr>
            <a:xfrm>
              <a:off x="4760335" y="433614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lowchart: Connector 136">
              <a:extLst>
                <a:ext uri="{FF2B5EF4-FFF2-40B4-BE49-F238E27FC236}">
                  <a16:creationId xmlns:a16="http://schemas.microsoft.com/office/drawing/2014/main" id="{2ED81C6D-43CA-BDD3-2F15-E5A79541C924}"/>
                </a:ext>
              </a:extLst>
            </p:cNvPr>
            <p:cNvSpPr/>
            <p:nvPr/>
          </p:nvSpPr>
          <p:spPr>
            <a:xfrm>
              <a:off x="6234100" y="339725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lowchart: Connector 137">
              <a:extLst>
                <a:ext uri="{FF2B5EF4-FFF2-40B4-BE49-F238E27FC236}">
                  <a16:creationId xmlns:a16="http://schemas.microsoft.com/office/drawing/2014/main" id="{852D511F-84D5-57ED-6D41-85F49122D9F9}"/>
                </a:ext>
              </a:extLst>
            </p:cNvPr>
            <p:cNvSpPr/>
            <p:nvPr/>
          </p:nvSpPr>
          <p:spPr>
            <a:xfrm>
              <a:off x="5882235" y="346961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lowchart: Connector 138">
              <a:extLst>
                <a:ext uri="{FF2B5EF4-FFF2-40B4-BE49-F238E27FC236}">
                  <a16:creationId xmlns:a16="http://schemas.microsoft.com/office/drawing/2014/main" id="{CA4B1D95-F697-78CD-4117-530D0F456E9E}"/>
                </a:ext>
              </a:extLst>
            </p:cNvPr>
            <p:cNvSpPr/>
            <p:nvPr/>
          </p:nvSpPr>
          <p:spPr>
            <a:xfrm>
              <a:off x="6034635" y="349138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lowchart: Connector 139">
              <a:extLst>
                <a:ext uri="{FF2B5EF4-FFF2-40B4-BE49-F238E27FC236}">
                  <a16:creationId xmlns:a16="http://schemas.microsoft.com/office/drawing/2014/main" id="{D7CB82E4-161E-679A-8702-813B0FDFDE79}"/>
                </a:ext>
              </a:extLst>
            </p:cNvPr>
            <p:cNvSpPr/>
            <p:nvPr/>
          </p:nvSpPr>
          <p:spPr>
            <a:xfrm>
              <a:off x="6646345" y="333898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lowchart: Connector 140">
              <a:extLst>
                <a:ext uri="{FF2B5EF4-FFF2-40B4-BE49-F238E27FC236}">
                  <a16:creationId xmlns:a16="http://schemas.microsoft.com/office/drawing/2014/main" id="{AA74F8EE-9F14-AB3B-E3A9-6CD0169B08B8}"/>
                </a:ext>
              </a:extLst>
            </p:cNvPr>
            <p:cNvSpPr/>
            <p:nvPr/>
          </p:nvSpPr>
          <p:spPr>
            <a:xfrm>
              <a:off x="6294480" y="328071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lowchart: Connector 141">
              <a:extLst>
                <a:ext uri="{FF2B5EF4-FFF2-40B4-BE49-F238E27FC236}">
                  <a16:creationId xmlns:a16="http://schemas.microsoft.com/office/drawing/2014/main" id="{26F3819C-04F0-FE16-BA89-ECE8AB821E57}"/>
                </a:ext>
              </a:extLst>
            </p:cNvPr>
            <p:cNvSpPr/>
            <p:nvPr/>
          </p:nvSpPr>
          <p:spPr>
            <a:xfrm>
              <a:off x="6446880" y="3433119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Flowchart: Connector 142">
              <a:extLst>
                <a:ext uri="{FF2B5EF4-FFF2-40B4-BE49-F238E27FC236}">
                  <a16:creationId xmlns:a16="http://schemas.microsoft.com/office/drawing/2014/main" id="{20B3F358-B27E-502C-2219-0EA4A760967A}"/>
                </a:ext>
              </a:extLst>
            </p:cNvPr>
            <p:cNvSpPr/>
            <p:nvPr/>
          </p:nvSpPr>
          <p:spPr>
            <a:xfrm>
              <a:off x="6529486" y="366280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lowchart: Connector 143">
              <a:extLst>
                <a:ext uri="{FF2B5EF4-FFF2-40B4-BE49-F238E27FC236}">
                  <a16:creationId xmlns:a16="http://schemas.microsoft.com/office/drawing/2014/main" id="{290071DF-3F63-BF3D-E071-CA14E6B844AC}"/>
                </a:ext>
              </a:extLst>
            </p:cNvPr>
            <p:cNvSpPr/>
            <p:nvPr/>
          </p:nvSpPr>
          <p:spPr>
            <a:xfrm>
              <a:off x="6330021" y="375693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lowchart: Connector 144">
              <a:extLst>
                <a:ext uri="{FF2B5EF4-FFF2-40B4-BE49-F238E27FC236}">
                  <a16:creationId xmlns:a16="http://schemas.microsoft.com/office/drawing/2014/main" id="{1BE08AF4-30AB-6AC8-CBBC-9472D9B103A0}"/>
                </a:ext>
              </a:extLst>
            </p:cNvPr>
            <p:cNvSpPr/>
            <p:nvPr/>
          </p:nvSpPr>
          <p:spPr>
            <a:xfrm>
              <a:off x="6482421" y="3909330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lowchart: Connector 145">
              <a:extLst>
                <a:ext uri="{FF2B5EF4-FFF2-40B4-BE49-F238E27FC236}">
                  <a16:creationId xmlns:a16="http://schemas.microsoft.com/office/drawing/2014/main" id="{C8E5AB86-C2BE-0858-D7C7-CACD7A1FA96C}"/>
                </a:ext>
              </a:extLst>
            </p:cNvPr>
            <p:cNvSpPr/>
            <p:nvPr/>
          </p:nvSpPr>
          <p:spPr>
            <a:xfrm>
              <a:off x="6013949" y="390383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lowchart: Connector 146">
              <a:extLst>
                <a:ext uri="{FF2B5EF4-FFF2-40B4-BE49-F238E27FC236}">
                  <a16:creationId xmlns:a16="http://schemas.microsoft.com/office/drawing/2014/main" id="{4526C190-A044-7F2B-9419-33439B4674E0}"/>
                </a:ext>
              </a:extLst>
            </p:cNvPr>
            <p:cNvSpPr/>
            <p:nvPr/>
          </p:nvSpPr>
          <p:spPr>
            <a:xfrm>
              <a:off x="5561126" y="328257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lowchart: Connector 147">
              <a:extLst>
                <a:ext uri="{FF2B5EF4-FFF2-40B4-BE49-F238E27FC236}">
                  <a16:creationId xmlns:a16="http://schemas.microsoft.com/office/drawing/2014/main" id="{3ED5AC55-AEC9-AFD3-1E6D-EDDEC2222B7D}"/>
                </a:ext>
              </a:extLst>
            </p:cNvPr>
            <p:cNvSpPr/>
            <p:nvPr/>
          </p:nvSpPr>
          <p:spPr>
            <a:xfrm>
              <a:off x="5713526" y="343497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lowchart: Connector 148">
              <a:extLst>
                <a:ext uri="{FF2B5EF4-FFF2-40B4-BE49-F238E27FC236}">
                  <a16:creationId xmlns:a16="http://schemas.microsoft.com/office/drawing/2014/main" id="{FED80223-2E98-91D1-6CD4-2808CD6A8A08}"/>
                </a:ext>
              </a:extLst>
            </p:cNvPr>
            <p:cNvSpPr/>
            <p:nvPr/>
          </p:nvSpPr>
          <p:spPr>
            <a:xfrm>
              <a:off x="5514061" y="3529101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0" name="Flowchart: Connector 249">
              <a:extLst>
                <a:ext uri="{FF2B5EF4-FFF2-40B4-BE49-F238E27FC236}">
                  <a16:creationId xmlns:a16="http://schemas.microsoft.com/office/drawing/2014/main" id="{A3930D6B-1515-46EB-D522-41E187DF7E63}"/>
                </a:ext>
              </a:extLst>
            </p:cNvPr>
            <p:cNvSpPr/>
            <p:nvPr/>
          </p:nvSpPr>
          <p:spPr>
            <a:xfrm>
              <a:off x="3312059" y="321862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Flowchart: Connector 250">
              <a:extLst>
                <a:ext uri="{FF2B5EF4-FFF2-40B4-BE49-F238E27FC236}">
                  <a16:creationId xmlns:a16="http://schemas.microsoft.com/office/drawing/2014/main" id="{2711ADD2-67D2-A244-4FFF-FA480738C6A4}"/>
                </a:ext>
              </a:extLst>
            </p:cNvPr>
            <p:cNvSpPr/>
            <p:nvPr/>
          </p:nvSpPr>
          <p:spPr>
            <a:xfrm>
              <a:off x="2960194" y="316035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Flowchart: Connector 251">
              <a:extLst>
                <a:ext uri="{FF2B5EF4-FFF2-40B4-BE49-F238E27FC236}">
                  <a16:creationId xmlns:a16="http://schemas.microsoft.com/office/drawing/2014/main" id="{F8C4707E-2E3C-794F-E09E-78C49AD1CCA0}"/>
                </a:ext>
              </a:extLst>
            </p:cNvPr>
            <p:cNvSpPr/>
            <p:nvPr/>
          </p:nvSpPr>
          <p:spPr>
            <a:xfrm>
              <a:off x="3112594" y="331275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Flowchart: Connector 252">
              <a:extLst>
                <a:ext uri="{FF2B5EF4-FFF2-40B4-BE49-F238E27FC236}">
                  <a16:creationId xmlns:a16="http://schemas.microsoft.com/office/drawing/2014/main" id="{E902C4CC-0043-3728-E86A-F7881A82E5C6}"/>
                </a:ext>
              </a:extLst>
            </p:cNvPr>
            <p:cNvSpPr/>
            <p:nvPr/>
          </p:nvSpPr>
          <p:spPr>
            <a:xfrm>
              <a:off x="3724304" y="316035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Flowchart: Connector 253">
              <a:extLst>
                <a:ext uri="{FF2B5EF4-FFF2-40B4-BE49-F238E27FC236}">
                  <a16:creationId xmlns:a16="http://schemas.microsoft.com/office/drawing/2014/main" id="{76F3D068-ED35-CA77-6AD5-5BE00EB126B2}"/>
                </a:ext>
              </a:extLst>
            </p:cNvPr>
            <p:cNvSpPr/>
            <p:nvPr/>
          </p:nvSpPr>
          <p:spPr>
            <a:xfrm>
              <a:off x="3372439" y="310208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Flowchart: Connector 254">
              <a:extLst>
                <a:ext uri="{FF2B5EF4-FFF2-40B4-BE49-F238E27FC236}">
                  <a16:creationId xmlns:a16="http://schemas.microsoft.com/office/drawing/2014/main" id="{6299B82F-3993-AC94-6E3F-E9C077E0D88E}"/>
                </a:ext>
              </a:extLst>
            </p:cNvPr>
            <p:cNvSpPr/>
            <p:nvPr/>
          </p:nvSpPr>
          <p:spPr>
            <a:xfrm>
              <a:off x="3524839" y="3254483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Flowchart: Connector 255">
              <a:extLst>
                <a:ext uri="{FF2B5EF4-FFF2-40B4-BE49-F238E27FC236}">
                  <a16:creationId xmlns:a16="http://schemas.microsoft.com/office/drawing/2014/main" id="{AB0090C6-CF9C-A9AA-8C43-DD7FF2C4814E}"/>
                </a:ext>
              </a:extLst>
            </p:cNvPr>
            <p:cNvSpPr/>
            <p:nvPr/>
          </p:nvSpPr>
          <p:spPr>
            <a:xfrm>
              <a:off x="3607445" y="348416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Flowchart: Connector 256">
              <a:extLst>
                <a:ext uri="{FF2B5EF4-FFF2-40B4-BE49-F238E27FC236}">
                  <a16:creationId xmlns:a16="http://schemas.microsoft.com/office/drawing/2014/main" id="{BF3ACDAB-2027-CC4D-A780-1B53CF413677}"/>
                </a:ext>
              </a:extLst>
            </p:cNvPr>
            <p:cNvSpPr/>
            <p:nvPr/>
          </p:nvSpPr>
          <p:spPr>
            <a:xfrm>
              <a:off x="3407980" y="357829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Flowchart: Connector 257">
              <a:extLst>
                <a:ext uri="{FF2B5EF4-FFF2-40B4-BE49-F238E27FC236}">
                  <a16:creationId xmlns:a16="http://schemas.microsoft.com/office/drawing/2014/main" id="{D87596EA-8A44-6957-D351-260165B85EAA}"/>
                </a:ext>
              </a:extLst>
            </p:cNvPr>
            <p:cNvSpPr/>
            <p:nvPr/>
          </p:nvSpPr>
          <p:spPr>
            <a:xfrm>
              <a:off x="3560380" y="373069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Flowchart: Connector 258">
              <a:extLst>
                <a:ext uri="{FF2B5EF4-FFF2-40B4-BE49-F238E27FC236}">
                  <a16:creationId xmlns:a16="http://schemas.microsoft.com/office/drawing/2014/main" id="{2572A33D-8C5A-909E-C2AB-DA1611FE51B7}"/>
                </a:ext>
              </a:extLst>
            </p:cNvPr>
            <p:cNvSpPr/>
            <p:nvPr/>
          </p:nvSpPr>
          <p:spPr>
            <a:xfrm>
              <a:off x="3091908" y="372519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Flowchart: Connector 259">
              <a:extLst>
                <a:ext uri="{FF2B5EF4-FFF2-40B4-BE49-F238E27FC236}">
                  <a16:creationId xmlns:a16="http://schemas.microsoft.com/office/drawing/2014/main" id="{FA73D5E6-5A27-DBC3-0C21-7480F6E3F231}"/>
                </a:ext>
              </a:extLst>
            </p:cNvPr>
            <p:cNvSpPr/>
            <p:nvPr/>
          </p:nvSpPr>
          <p:spPr>
            <a:xfrm>
              <a:off x="3244308" y="387759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Flowchart: Connector 260">
              <a:extLst>
                <a:ext uri="{FF2B5EF4-FFF2-40B4-BE49-F238E27FC236}">
                  <a16:creationId xmlns:a16="http://schemas.microsoft.com/office/drawing/2014/main" id="{5EAE54C9-20FD-80F4-2870-3B9CF4D5BAFB}"/>
                </a:ext>
              </a:extLst>
            </p:cNvPr>
            <p:cNvSpPr/>
            <p:nvPr/>
          </p:nvSpPr>
          <p:spPr>
            <a:xfrm>
              <a:off x="3396708" y="402999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Flowchart: Connector 261">
              <a:extLst>
                <a:ext uri="{FF2B5EF4-FFF2-40B4-BE49-F238E27FC236}">
                  <a16:creationId xmlns:a16="http://schemas.microsoft.com/office/drawing/2014/main" id="{08285710-9CD7-A6B1-C7CF-38AF034E37A1}"/>
                </a:ext>
              </a:extLst>
            </p:cNvPr>
            <p:cNvSpPr/>
            <p:nvPr/>
          </p:nvSpPr>
          <p:spPr>
            <a:xfrm>
              <a:off x="3197243" y="4124128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Flowchart: Connector 262">
              <a:extLst>
                <a:ext uri="{FF2B5EF4-FFF2-40B4-BE49-F238E27FC236}">
                  <a16:creationId xmlns:a16="http://schemas.microsoft.com/office/drawing/2014/main" id="{12FA00B0-BE48-B3EF-63FA-A5ADC25C17F4}"/>
                </a:ext>
              </a:extLst>
            </p:cNvPr>
            <p:cNvSpPr/>
            <p:nvPr/>
          </p:nvSpPr>
          <p:spPr>
            <a:xfrm>
              <a:off x="5767213" y="183591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Flowchart: Connector 263">
              <a:extLst>
                <a:ext uri="{FF2B5EF4-FFF2-40B4-BE49-F238E27FC236}">
                  <a16:creationId xmlns:a16="http://schemas.microsoft.com/office/drawing/2014/main" id="{D4114B8A-9E6A-8B82-4C62-DC0D0E5E0494}"/>
                </a:ext>
              </a:extLst>
            </p:cNvPr>
            <p:cNvSpPr/>
            <p:nvPr/>
          </p:nvSpPr>
          <p:spPr>
            <a:xfrm>
              <a:off x="5919613" y="1988314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Flowchart: Connector 264">
              <a:extLst>
                <a:ext uri="{FF2B5EF4-FFF2-40B4-BE49-F238E27FC236}">
                  <a16:creationId xmlns:a16="http://schemas.microsoft.com/office/drawing/2014/main" id="{F00B8EDD-698D-E508-54B7-C340503D46DC}"/>
                </a:ext>
              </a:extLst>
            </p:cNvPr>
            <p:cNvSpPr/>
            <p:nvPr/>
          </p:nvSpPr>
          <p:spPr>
            <a:xfrm>
              <a:off x="5461776" y="188955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lowchart: Connector 265">
              <a:extLst>
                <a:ext uri="{FF2B5EF4-FFF2-40B4-BE49-F238E27FC236}">
                  <a16:creationId xmlns:a16="http://schemas.microsoft.com/office/drawing/2014/main" id="{B707DA4F-CE8D-6677-BC83-03DB41841BDA}"/>
                </a:ext>
              </a:extLst>
            </p:cNvPr>
            <p:cNvSpPr/>
            <p:nvPr/>
          </p:nvSpPr>
          <p:spPr>
            <a:xfrm>
              <a:off x="5614176" y="204195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lowchart: Connector 266">
              <a:extLst>
                <a:ext uri="{FF2B5EF4-FFF2-40B4-BE49-F238E27FC236}">
                  <a16:creationId xmlns:a16="http://schemas.microsoft.com/office/drawing/2014/main" id="{9913FBF6-ECC3-544B-F0D5-3AFCD29A8677}"/>
                </a:ext>
              </a:extLst>
            </p:cNvPr>
            <p:cNvSpPr/>
            <p:nvPr/>
          </p:nvSpPr>
          <p:spPr>
            <a:xfrm>
              <a:off x="5414711" y="2136085"/>
              <a:ext cx="94130" cy="94130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110BEB50-DA57-609D-7823-880E782DAC4E}"/>
              </a:ext>
            </a:extLst>
          </p:cNvPr>
          <p:cNvSpPr txBox="1"/>
          <p:nvPr/>
        </p:nvSpPr>
        <p:spPr>
          <a:xfrm>
            <a:off x="3645200" y="529657"/>
            <a:ext cx="2317772" cy="1754326"/>
          </a:xfrm>
          <a:prstGeom prst="rect">
            <a:avLst/>
          </a:prstGeom>
          <a:solidFill>
            <a:srgbClr val="CCFF99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Task I/O Pattern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IO Type: Seq Read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Size: 1GB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 Nodes: 2 nodes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Task Per Node: 23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 I/O size: 2KB  </a:t>
            </a:r>
          </a:p>
        </p:txBody>
      </p:sp>
      <p:sp>
        <p:nvSpPr>
          <p:cNvPr id="300" name="Flowchart: Connector 299">
            <a:extLst>
              <a:ext uri="{FF2B5EF4-FFF2-40B4-BE49-F238E27FC236}">
                <a16:creationId xmlns:a16="http://schemas.microsoft.com/office/drawing/2014/main" id="{F96AC2E1-4EC0-93BA-F2C5-87FC7D8854AD}"/>
              </a:ext>
            </a:extLst>
          </p:cNvPr>
          <p:cNvSpPr/>
          <p:nvPr/>
        </p:nvSpPr>
        <p:spPr>
          <a:xfrm>
            <a:off x="7117475" y="3705519"/>
            <a:ext cx="131233" cy="131233"/>
          </a:xfrm>
          <a:prstGeom prst="flowChartConnector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05A5F1D6-E0B9-970C-6CF2-79A527C05AE9}"/>
              </a:ext>
            </a:extLst>
          </p:cNvPr>
          <p:cNvCxnSpPr>
            <a:cxnSpLocks/>
            <a:stCxn id="302" idx="2"/>
            <a:endCxn id="300" idx="0"/>
          </p:cNvCxnSpPr>
          <p:nvPr/>
        </p:nvCxnSpPr>
        <p:spPr>
          <a:xfrm flipH="1">
            <a:off x="7183092" y="1829595"/>
            <a:ext cx="936826" cy="18759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1F41299C-65A4-2542-9E53-B0CD6B88D88C}"/>
              </a:ext>
            </a:extLst>
          </p:cNvPr>
          <p:cNvSpPr txBox="1"/>
          <p:nvPr/>
        </p:nvSpPr>
        <p:spPr>
          <a:xfrm>
            <a:off x="7313110" y="1183264"/>
            <a:ext cx="1613615" cy="646331"/>
          </a:xfrm>
          <a:prstGeom prst="rect">
            <a:avLst/>
          </a:prstGeom>
          <a:solidFill>
            <a:srgbClr val="CCFF99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Estimated Performance</a:t>
            </a:r>
          </a:p>
        </p:txBody>
      </p:sp>
      <p:sp>
        <p:nvSpPr>
          <p:cNvPr id="328" name="Flowchart: Connector 327">
            <a:extLst>
              <a:ext uri="{FF2B5EF4-FFF2-40B4-BE49-F238E27FC236}">
                <a16:creationId xmlns:a16="http://schemas.microsoft.com/office/drawing/2014/main" id="{97B32CBC-FD96-5FC9-A400-1D8C1D781CFB}"/>
              </a:ext>
            </a:extLst>
          </p:cNvPr>
          <p:cNvSpPr/>
          <p:nvPr/>
        </p:nvSpPr>
        <p:spPr>
          <a:xfrm>
            <a:off x="8387607" y="2111383"/>
            <a:ext cx="105388" cy="105388"/>
          </a:xfrm>
          <a:prstGeom prst="flowChart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Flowchart: Connector 328">
            <a:extLst>
              <a:ext uri="{FF2B5EF4-FFF2-40B4-BE49-F238E27FC236}">
                <a16:creationId xmlns:a16="http://schemas.microsoft.com/office/drawing/2014/main" id="{7B0BD290-9998-47E9-B555-294FC482C94B}"/>
              </a:ext>
            </a:extLst>
          </p:cNvPr>
          <p:cNvSpPr/>
          <p:nvPr/>
        </p:nvSpPr>
        <p:spPr>
          <a:xfrm>
            <a:off x="8924054" y="2691893"/>
            <a:ext cx="105388" cy="105388"/>
          </a:xfrm>
          <a:prstGeom prst="flowChart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Flowchart: Connector 329">
            <a:extLst>
              <a:ext uri="{FF2B5EF4-FFF2-40B4-BE49-F238E27FC236}">
                <a16:creationId xmlns:a16="http://schemas.microsoft.com/office/drawing/2014/main" id="{06AAE1BA-23FD-05C7-1865-84CF15FCCCBB}"/>
              </a:ext>
            </a:extLst>
          </p:cNvPr>
          <p:cNvSpPr/>
          <p:nvPr/>
        </p:nvSpPr>
        <p:spPr>
          <a:xfrm>
            <a:off x="8334913" y="2387399"/>
            <a:ext cx="105388" cy="105388"/>
          </a:xfrm>
          <a:prstGeom prst="flowChart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2DCD1875-BA56-2BB6-FE75-5E3090593648}"/>
              </a:ext>
            </a:extLst>
          </p:cNvPr>
          <p:cNvGrpSpPr/>
          <p:nvPr/>
        </p:nvGrpSpPr>
        <p:grpSpPr>
          <a:xfrm>
            <a:off x="3437786" y="460260"/>
            <a:ext cx="130377" cy="5373647"/>
            <a:chOff x="3526118" y="477677"/>
            <a:chExt cx="163965" cy="5373647"/>
          </a:xfrm>
        </p:grpSpPr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CCD04462-C701-7088-A04F-D94662F94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118" y="5851324"/>
              <a:ext cx="163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308B90D6-B6EB-5897-2AAA-7F3E146743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118" y="3112012"/>
              <a:ext cx="163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777E7D5A-E20C-B7F4-5D66-312358F363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118" y="477677"/>
              <a:ext cx="163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426B8D72-2F3E-23D6-A9FD-07BDF87F9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118" y="4487694"/>
              <a:ext cx="163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EC0B3CF6-1345-1197-D3BE-76DC2D141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118" y="1766537"/>
              <a:ext cx="1639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79F25BFB-485B-CC14-1AA6-16BB46550C31}"/>
              </a:ext>
            </a:extLst>
          </p:cNvPr>
          <p:cNvGrpSpPr/>
          <p:nvPr/>
        </p:nvGrpSpPr>
        <p:grpSpPr>
          <a:xfrm>
            <a:off x="3568163" y="5826869"/>
            <a:ext cx="5839097" cy="154834"/>
            <a:chOff x="3690083" y="5824152"/>
            <a:chExt cx="5839097" cy="219597"/>
          </a:xfrm>
        </p:grpSpPr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8E41A75D-F9B5-0FB0-9FC3-E6BDD72F6F2D}"/>
                </a:ext>
              </a:extLst>
            </p:cNvPr>
            <p:cNvCxnSpPr>
              <a:cxnSpLocks/>
            </p:cNvCxnSpPr>
            <p:nvPr/>
          </p:nvCxnSpPr>
          <p:spPr>
            <a:xfrm>
              <a:off x="3690083" y="5851324"/>
              <a:ext cx="0" cy="1924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CE60AA1C-694A-FAB6-2B60-464862B5EA68}"/>
                </a:ext>
              </a:extLst>
            </p:cNvPr>
            <p:cNvCxnSpPr>
              <a:cxnSpLocks/>
            </p:cNvCxnSpPr>
            <p:nvPr/>
          </p:nvCxnSpPr>
          <p:spPr>
            <a:xfrm>
              <a:off x="9529180" y="5851324"/>
              <a:ext cx="0" cy="1924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1A8364B7-54A4-54F6-8C8B-B0BD67A9906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6486710" y="5824152"/>
              <a:ext cx="0" cy="1924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7137BC55-4A2F-55A4-3C3D-4D30B68A4A88}"/>
                </a:ext>
              </a:extLst>
            </p:cNvPr>
            <p:cNvCxnSpPr>
              <a:cxnSpLocks/>
            </p:cNvCxnSpPr>
            <p:nvPr/>
          </p:nvCxnSpPr>
          <p:spPr>
            <a:xfrm>
              <a:off x="5072407" y="5851324"/>
              <a:ext cx="0" cy="1924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1D4EA24F-AF88-03EF-267E-9494DC8712F6}"/>
                </a:ext>
              </a:extLst>
            </p:cNvPr>
            <p:cNvCxnSpPr>
              <a:cxnSpLocks/>
            </p:cNvCxnSpPr>
            <p:nvPr/>
          </p:nvCxnSpPr>
          <p:spPr>
            <a:xfrm>
              <a:off x="8118236" y="5851324"/>
              <a:ext cx="0" cy="1924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TextBox 356">
            <a:extLst>
              <a:ext uri="{FF2B5EF4-FFF2-40B4-BE49-F238E27FC236}">
                <a16:creationId xmlns:a16="http://schemas.microsoft.com/office/drawing/2014/main" id="{E6C5607E-3248-5E77-C385-01843E1DB843}"/>
              </a:ext>
            </a:extLst>
          </p:cNvPr>
          <p:cNvSpPr txBox="1"/>
          <p:nvPr/>
        </p:nvSpPr>
        <p:spPr>
          <a:xfrm rot="10800000">
            <a:off x="2382445" y="1370906"/>
            <a:ext cx="461665" cy="338324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dirty="0"/>
              <a:t>Dataflow Transfer Rate (MB/sec)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88FF78B3-7AD2-FE35-C9FC-E6354304A185}"/>
              </a:ext>
            </a:extLst>
          </p:cNvPr>
          <p:cNvSpPr txBox="1"/>
          <p:nvPr/>
        </p:nvSpPr>
        <p:spPr>
          <a:xfrm>
            <a:off x="4804086" y="6226670"/>
            <a:ext cx="327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Tasks Per Node (Log Scale)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D1C9E66D-AFC3-F04C-E8B5-A92100EC32E2}"/>
              </a:ext>
            </a:extLst>
          </p:cNvPr>
          <p:cNvSpPr txBox="1"/>
          <p:nvPr/>
        </p:nvSpPr>
        <p:spPr>
          <a:xfrm>
            <a:off x="4756156" y="5904634"/>
            <a:ext cx="369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endParaRPr lang="en-US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C4781EEA-B247-2DA1-1E0A-25FF3E7D2116}"/>
              </a:ext>
            </a:extLst>
          </p:cNvPr>
          <p:cNvSpPr txBox="1"/>
          <p:nvPr/>
        </p:nvSpPr>
        <p:spPr>
          <a:xfrm>
            <a:off x="6210548" y="5918159"/>
            <a:ext cx="528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16</a:t>
            </a:r>
            <a:endParaRPr lang="en-US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0DC5AB9-483F-2EA7-E7C9-8A8E1FD50C50}"/>
              </a:ext>
            </a:extLst>
          </p:cNvPr>
          <p:cNvSpPr txBox="1"/>
          <p:nvPr/>
        </p:nvSpPr>
        <p:spPr>
          <a:xfrm>
            <a:off x="7719587" y="5913966"/>
            <a:ext cx="528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32</a:t>
            </a:r>
            <a:endParaRPr lang="en-US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D03B5BF6-55E4-245C-D221-6DA5203EFF13}"/>
              </a:ext>
            </a:extLst>
          </p:cNvPr>
          <p:cNvSpPr txBox="1"/>
          <p:nvPr/>
        </p:nvSpPr>
        <p:spPr>
          <a:xfrm>
            <a:off x="9141176" y="5957248"/>
            <a:ext cx="528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64</a:t>
            </a:r>
            <a:endParaRPr lang="en-US" dirty="0"/>
          </a:p>
        </p:txBody>
      </p: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B43B6CD8-D54B-22E4-391D-E0BA2DD2B9F0}"/>
              </a:ext>
            </a:extLst>
          </p:cNvPr>
          <p:cNvCxnSpPr>
            <a:cxnSpLocks/>
            <a:stCxn id="300" idx="4"/>
          </p:cNvCxnSpPr>
          <p:nvPr/>
        </p:nvCxnSpPr>
        <p:spPr>
          <a:xfrm>
            <a:off x="7183092" y="3836752"/>
            <a:ext cx="22328" cy="2004108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5F230447-2DE4-EEAB-25FA-B77414A83F9A}"/>
              </a:ext>
            </a:extLst>
          </p:cNvPr>
          <p:cNvCxnSpPr>
            <a:cxnSpLocks/>
            <a:stCxn id="300" idx="2"/>
          </p:cNvCxnSpPr>
          <p:nvPr/>
        </p:nvCxnSpPr>
        <p:spPr>
          <a:xfrm flipH="1">
            <a:off x="3568163" y="3771136"/>
            <a:ext cx="3549312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2" name="TextBox 371">
            <a:extLst>
              <a:ext uri="{FF2B5EF4-FFF2-40B4-BE49-F238E27FC236}">
                <a16:creationId xmlns:a16="http://schemas.microsoft.com/office/drawing/2014/main" id="{870AE1EA-052B-9C3B-F035-2BD73FFE0A3B}"/>
              </a:ext>
            </a:extLst>
          </p:cNvPr>
          <p:cNvSpPr txBox="1"/>
          <p:nvPr/>
        </p:nvSpPr>
        <p:spPr>
          <a:xfrm>
            <a:off x="2681578" y="4294649"/>
            <a:ext cx="7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50000</a:t>
            </a:r>
            <a:endParaRPr lang="en-US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035B9864-8FE6-A25E-E3C5-3E608CA0B296}"/>
              </a:ext>
            </a:extLst>
          </p:cNvPr>
          <p:cNvSpPr txBox="1"/>
          <p:nvPr/>
        </p:nvSpPr>
        <p:spPr>
          <a:xfrm>
            <a:off x="2711033" y="2940706"/>
            <a:ext cx="7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100000</a:t>
            </a:r>
            <a:endParaRPr lang="en-US" dirty="0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CAE5919E-34A8-5701-DD03-9BB5C98356D2}"/>
              </a:ext>
            </a:extLst>
          </p:cNvPr>
          <p:cNvSpPr txBox="1"/>
          <p:nvPr/>
        </p:nvSpPr>
        <p:spPr>
          <a:xfrm>
            <a:off x="2716984" y="1563453"/>
            <a:ext cx="7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150000</a:t>
            </a:r>
            <a:endParaRPr lang="en-US" dirty="0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62027033-0A68-560E-A69E-3E9B43C0E0F8}"/>
              </a:ext>
            </a:extLst>
          </p:cNvPr>
          <p:cNvSpPr txBox="1"/>
          <p:nvPr/>
        </p:nvSpPr>
        <p:spPr>
          <a:xfrm>
            <a:off x="2680232" y="306371"/>
            <a:ext cx="7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200000</a:t>
            </a:r>
            <a:endParaRPr lang="en-US" dirty="0"/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9F0AE9D-F364-47E3-E059-CAD65D731473}"/>
              </a:ext>
            </a:extLst>
          </p:cNvPr>
          <p:cNvGrpSpPr/>
          <p:nvPr/>
        </p:nvGrpSpPr>
        <p:grpSpPr>
          <a:xfrm>
            <a:off x="3670706" y="2111383"/>
            <a:ext cx="5358736" cy="3349562"/>
            <a:chOff x="3670706" y="2111383"/>
            <a:chExt cx="5358736" cy="3349562"/>
          </a:xfrm>
        </p:grpSpPr>
        <p:sp>
          <p:nvSpPr>
            <p:cNvPr id="225" name="Flowchart: Connector 224">
              <a:extLst>
                <a:ext uri="{FF2B5EF4-FFF2-40B4-BE49-F238E27FC236}">
                  <a16:creationId xmlns:a16="http://schemas.microsoft.com/office/drawing/2014/main" id="{2D979CB0-492E-17C8-A0FC-00823FF0DABB}"/>
                </a:ext>
              </a:extLst>
            </p:cNvPr>
            <p:cNvSpPr/>
            <p:nvPr/>
          </p:nvSpPr>
          <p:spPr>
            <a:xfrm>
              <a:off x="8036913" y="38411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Flowchart: Connector 225">
              <a:extLst>
                <a:ext uri="{FF2B5EF4-FFF2-40B4-BE49-F238E27FC236}">
                  <a16:creationId xmlns:a16="http://schemas.microsoft.com/office/drawing/2014/main" id="{3EB8995D-FA64-EEE3-FD4D-BCE38A115EB3}"/>
                </a:ext>
              </a:extLst>
            </p:cNvPr>
            <p:cNvSpPr/>
            <p:nvPr/>
          </p:nvSpPr>
          <p:spPr>
            <a:xfrm>
              <a:off x="8207540" y="401180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Flowchart: Connector 226">
              <a:extLst>
                <a:ext uri="{FF2B5EF4-FFF2-40B4-BE49-F238E27FC236}">
                  <a16:creationId xmlns:a16="http://schemas.microsoft.com/office/drawing/2014/main" id="{435A08B9-2FE8-CA82-D31A-70E1B36B0645}"/>
                </a:ext>
              </a:extLst>
            </p:cNvPr>
            <p:cNvSpPr/>
            <p:nvPr/>
          </p:nvSpPr>
          <p:spPr>
            <a:xfrm>
              <a:off x="5334609" y="28150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Flowchart: Connector 227">
              <a:extLst>
                <a:ext uri="{FF2B5EF4-FFF2-40B4-BE49-F238E27FC236}">
                  <a16:creationId xmlns:a16="http://schemas.microsoft.com/office/drawing/2014/main" id="{B5E65749-B5A8-08BE-33E2-20563A8E9820}"/>
                </a:ext>
              </a:extLst>
            </p:cNvPr>
            <p:cNvSpPr/>
            <p:nvPr/>
          </p:nvSpPr>
          <p:spPr>
            <a:xfrm>
              <a:off x="4940660" y="27497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Flowchart: Connector 228">
              <a:extLst>
                <a:ext uri="{FF2B5EF4-FFF2-40B4-BE49-F238E27FC236}">
                  <a16:creationId xmlns:a16="http://schemas.microsoft.com/office/drawing/2014/main" id="{9D4DA3F6-760D-D501-EF81-09B31D2E03CC}"/>
                </a:ext>
              </a:extLst>
            </p:cNvPr>
            <p:cNvSpPr/>
            <p:nvPr/>
          </p:nvSpPr>
          <p:spPr>
            <a:xfrm>
              <a:off x="5111287" y="29203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Flowchart: Connector 229">
              <a:extLst>
                <a:ext uri="{FF2B5EF4-FFF2-40B4-BE49-F238E27FC236}">
                  <a16:creationId xmlns:a16="http://schemas.microsoft.com/office/drawing/2014/main" id="{C489B02F-5FD9-8ADC-FA3A-C1BA72DDB775}"/>
                </a:ext>
              </a:extLst>
            </p:cNvPr>
            <p:cNvSpPr/>
            <p:nvPr/>
          </p:nvSpPr>
          <p:spPr>
            <a:xfrm>
              <a:off x="8498463" y="377594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Flowchart: Connector 230">
              <a:extLst>
                <a:ext uri="{FF2B5EF4-FFF2-40B4-BE49-F238E27FC236}">
                  <a16:creationId xmlns:a16="http://schemas.microsoft.com/office/drawing/2014/main" id="{D4D80E51-5370-6F52-D0A9-13563B17E6E7}"/>
                </a:ext>
              </a:extLst>
            </p:cNvPr>
            <p:cNvSpPr/>
            <p:nvPr/>
          </p:nvSpPr>
          <p:spPr>
            <a:xfrm>
              <a:off x="8669091" y="39465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Flowchart: Connector 231">
              <a:extLst>
                <a:ext uri="{FF2B5EF4-FFF2-40B4-BE49-F238E27FC236}">
                  <a16:creationId xmlns:a16="http://schemas.microsoft.com/office/drawing/2014/main" id="{0FDD1598-C423-5580-065A-7FC051E33F2F}"/>
                </a:ext>
              </a:extLst>
            </p:cNvPr>
            <p:cNvSpPr/>
            <p:nvPr/>
          </p:nvSpPr>
          <p:spPr>
            <a:xfrm>
              <a:off x="5796159" y="27497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Flowchart: Connector 232">
              <a:extLst>
                <a:ext uri="{FF2B5EF4-FFF2-40B4-BE49-F238E27FC236}">
                  <a16:creationId xmlns:a16="http://schemas.microsoft.com/office/drawing/2014/main" id="{33695DDD-9F8B-69EA-8DB3-776A46D6A293}"/>
                </a:ext>
              </a:extLst>
            </p:cNvPr>
            <p:cNvSpPr/>
            <p:nvPr/>
          </p:nvSpPr>
          <p:spPr>
            <a:xfrm>
              <a:off x="5402210" y="268453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Flowchart: Connector 233">
              <a:extLst>
                <a:ext uri="{FF2B5EF4-FFF2-40B4-BE49-F238E27FC236}">
                  <a16:creationId xmlns:a16="http://schemas.microsoft.com/office/drawing/2014/main" id="{86CEE956-7F52-DF2F-E45D-5DEDFD42395D}"/>
                </a:ext>
              </a:extLst>
            </p:cNvPr>
            <p:cNvSpPr/>
            <p:nvPr/>
          </p:nvSpPr>
          <p:spPr>
            <a:xfrm>
              <a:off x="5572838" y="28551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Flowchart: Connector 234">
              <a:extLst>
                <a:ext uri="{FF2B5EF4-FFF2-40B4-BE49-F238E27FC236}">
                  <a16:creationId xmlns:a16="http://schemas.microsoft.com/office/drawing/2014/main" id="{D93DA622-6022-0D53-6C8D-750FD870F223}"/>
                </a:ext>
              </a:extLst>
            </p:cNvPr>
            <p:cNvSpPr/>
            <p:nvPr/>
          </p:nvSpPr>
          <p:spPr>
            <a:xfrm>
              <a:off x="5505236" y="30861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Flowchart: Connector 235">
              <a:extLst>
                <a:ext uri="{FF2B5EF4-FFF2-40B4-BE49-F238E27FC236}">
                  <a16:creationId xmlns:a16="http://schemas.microsoft.com/office/drawing/2014/main" id="{728F22C2-9296-AC63-73EB-341C6E62F155}"/>
                </a:ext>
              </a:extLst>
            </p:cNvPr>
            <p:cNvSpPr/>
            <p:nvPr/>
          </p:nvSpPr>
          <p:spPr>
            <a:xfrm>
              <a:off x="5675863" y="32567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Flowchart: Connector 236">
              <a:extLst>
                <a:ext uri="{FF2B5EF4-FFF2-40B4-BE49-F238E27FC236}">
                  <a16:creationId xmlns:a16="http://schemas.microsoft.com/office/drawing/2014/main" id="{38871778-C773-FBE4-0513-D5634E60BB5B}"/>
                </a:ext>
              </a:extLst>
            </p:cNvPr>
            <p:cNvSpPr/>
            <p:nvPr/>
          </p:nvSpPr>
          <p:spPr>
            <a:xfrm>
              <a:off x="5778238" y="33786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Flowchart: Connector 237">
              <a:extLst>
                <a:ext uri="{FF2B5EF4-FFF2-40B4-BE49-F238E27FC236}">
                  <a16:creationId xmlns:a16="http://schemas.microsoft.com/office/drawing/2014/main" id="{7627FF5D-750B-AC0D-EE3E-B58F975D1AF2}"/>
                </a:ext>
              </a:extLst>
            </p:cNvPr>
            <p:cNvSpPr/>
            <p:nvPr/>
          </p:nvSpPr>
          <p:spPr>
            <a:xfrm>
              <a:off x="5452542" y="33621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Flowchart: Connector 238">
              <a:extLst>
                <a:ext uri="{FF2B5EF4-FFF2-40B4-BE49-F238E27FC236}">
                  <a16:creationId xmlns:a16="http://schemas.microsoft.com/office/drawing/2014/main" id="{329F61E8-0FFE-9EA5-49A4-5ED6DB400D71}"/>
                </a:ext>
              </a:extLst>
            </p:cNvPr>
            <p:cNvSpPr/>
            <p:nvPr/>
          </p:nvSpPr>
          <p:spPr>
            <a:xfrm>
              <a:off x="5623169" y="367906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Flowchart: Connector 239">
              <a:extLst>
                <a:ext uri="{FF2B5EF4-FFF2-40B4-BE49-F238E27FC236}">
                  <a16:creationId xmlns:a16="http://schemas.microsoft.com/office/drawing/2014/main" id="{A2E76B9D-95CE-2593-CA6E-479296844135}"/>
                </a:ext>
              </a:extLst>
            </p:cNvPr>
            <p:cNvSpPr/>
            <p:nvPr/>
          </p:nvSpPr>
          <p:spPr>
            <a:xfrm>
              <a:off x="5966786" y="302093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Flowchart: Connector 240">
              <a:extLst>
                <a:ext uri="{FF2B5EF4-FFF2-40B4-BE49-F238E27FC236}">
                  <a16:creationId xmlns:a16="http://schemas.microsoft.com/office/drawing/2014/main" id="{1223DC77-CC56-B0E2-9472-456CD81C7023}"/>
                </a:ext>
              </a:extLst>
            </p:cNvPr>
            <p:cNvSpPr/>
            <p:nvPr/>
          </p:nvSpPr>
          <p:spPr>
            <a:xfrm>
              <a:off x="6137414" y="31915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Flowchart: Connector 241">
              <a:extLst>
                <a:ext uri="{FF2B5EF4-FFF2-40B4-BE49-F238E27FC236}">
                  <a16:creationId xmlns:a16="http://schemas.microsoft.com/office/drawing/2014/main" id="{F9230FD3-987F-B822-F474-FDD92510FC1A}"/>
                </a:ext>
              </a:extLst>
            </p:cNvPr>
            <p:cNvSpPr/>
            <p:nvPr/>
          </p:nvSpPr>
          <p:spPr>
            <a:xfrm>
              <a:off x="6308041" y="347918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Flowchart: Connector 242">
              <a:extLst>
                <a:ext uri="{FF2B5EF4-FFF2-40B4-BE49-F238E27FC236}">
                  <a16:creationId xmlns:a16="http://schemas.microsoft.com/office/drawing/2014/main" id="{5E4CF25B-0A3B-E340-C520-20EA61758238}"/>
                </a:ext>
              </a:extLst>
            </p:cNvPr>
            <p:cNvSpPr/>
            <p:nvPr/>
          </p:nvSpPr>
          <p:spPr>
            <a:xfrm>
              <a:off x="5914092" y="32969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Flowchart: Connector 243">
              <a:extLst>
                <a:ext uri="{FF2B5EF4-FFF2-40B4-BE49-F238E27FC236}">
                  <a16:creationId xmlns:a16="http://schemas.microsoft.com/office/drawing/2014/main" id="{AD92D1B5-EAFD-FCC6-EC0F-2F4B73D12D69}"/>
                </a:ext>
              </a:extLst>
            </p:cNvPr>
            <p:cNvSpPr/>
            <p:nvPr/>
          </p:nvSpPr>
          <p:spPr>
            <a:xfrm>
              <a:off x="6055468" y="332131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Flowchart: Connector 244">
              <a:extLst>
                <a:ext uri="{FF2B5EF4-FFF2-40B4-BE49-F238E27FC236}">
                  <a16:creationId xmlns:a16="http://schemas.microsoft.com/office/drawing/2014/main" id="{69022215-B180-97A1-58AA-16868D301DA5}"/>
                </a:ext>
              </a:extLst>
            </p:cNvPr>
            <p:cNvSpPr/>
            <p:nvPr/>
          </p:nvSpPr>
          <p:spPr>
            <a:xfrm>
              <a:off x="4478396" y="33168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Flowchart: Connector 245">
              <a:extLst>
                <a:ext uri="{FF2B5EF4-FFF2-40B4-BE49-F238E27FC236}">
                  <a16:creationId xmlns:a16="http://schemas.microsoft.com/office/drawing/2014/main" id="{064E696F-5461-8996-3A78-93DA7F1B49F1}"/>
                </a:ext>
              </a:extLst>
            </p:cNvPr>
            <p:cNvSpPr/>
            <p:nvPr/>
          </p:nvSpPr>
          <p:spPr>
            <a:xfrm>
              <a:off x="4649024" y="34874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Flowchart: Connector 246">
              <a:extLst>
                <a:ext uri="{FF2B5EF4-FFF2-40B4-BE49-F238E27FC236}">
                  <a16:creationId xmlns:a16="http://schemas.microsoft.com/office/drawing/2014/main" id="{514DE654-F989-7A17-438F-92519B297F59}"/>
                </a:ext>
              </a:extLst>
            </p:cNvPr>
            <p:cNvSpPr/>
            <p:nvPr/>
          </p:nvSpPr>
          <p:spPr>
            <a:xfrm>
              <a:off x="4819651" y="36581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Flowchart: Connector 247">
              <a:extLst>
                <a:ext uri="{FF2B5EF4-FFF2-40B4-BE49-F238E27FC236}">
                  <a16:creationId xmlns:a16="http://schemas.microsoft.com/office/drawing/2014/main" id="{861FA3E7-7883-5585-7504-5B22C402382F}"/>
                </a:ext>
              </a:extLst>
            </p:cNvPr>
            <p:cNvSpPr/>
            <p:nvPr/>
          </p:nvSpPr>
          <p:spPr>
            <a:xfrm>
              <a:off x="4425702" y="35928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Flowchart: Connector 248">
              <a:extLst>
                <a:ext uri="{FF2B5EF4-FFF2-40B4-BE49-F238E27FC236}">
                  <a16:creationId xmlns:a16="http://schemas.microsoft.com/office/drawing/2014/main" id="{254A6912-0E0D-C5E9-C4D2-169E9444C6C1}"/>
                </a:ext>
              </a:extLst>
            </p:cNvPr>
            <p:cNvSpPr/>
            <p:nvPr/>
          </p:nvSpPr>
          <p:spPr>
            <a:xfrm>
              <a:off x="4588876" y="368746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Flowchart: Connector 269">
              <a:extLst>
                <a:ext uri="{FF2B5EF4-FFF2-40B4-BE49-F238E27FC236}">
                  <a16:creationId xmlns:a16="http://schemas.microsoft.com/office/drawing/2014/main" id="{57BE1561-9A56-0F7D-5242-ADDB2BB39A8A}"/>
                </a:ext>
              </a:extLst>
            </p:cNvPr>
            <p:cNvSpPr/>
            <p:nvPr/>
          </p:nvSpPr>
          <p:spPr>
            <a:xfrm>
              <a:off x="4939947" y="325161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Flowchart: Connector 270">
              <a:extLst>
                <a:ext uri="{FF2B5EF4-FFF2-40B4-BE49-F238E27FC236}">
                  <a16:creationId xmlns:a16="http://schemas.microsoft.com/office/drawing/2014/main" id="{5E3C8D3D-D28F-680A-6883-CC6DC011CD4E}"/>
                </a:ext>
              </a:extLst>
            </p:cNvPr>
            <p:cNvSpPr/>
            <p:nvPr/>
          </p:nvSpPr>
          <p:spPr>
            <a:xfrm>
              <a:off x="5110574" y="342224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Flowchart: Connector 271">
              <a:extLst>
                <a:ext uri="{FF2B5EF4-FFF2-40B4-BE49-F238E27FC236}">
                  <a16:creationId xmlns:a16="http://schemas.microsoft.com/office/drawing/2014/main" id="{731028A8-7834-95A9-E520-28E1CC71EC94}"/>
                </a:ext>
              </a:extLst>
            </p:cNvPr>
            <p:cNvSpPr/>
            <p:nvPr/>
          </p:nvSpPr>
          <p:spPr>
            <a:xfrm>
              <a:off x="5290952" y="351486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Flowchart: Connector 276">
              <a:extLst>
                <a:ext uri="{FF2B5EF4-FFF2-40B4-BE49-F238E27FC236}">
                  <a16:creationId xmlns:a16="http://schemas.microsoft.com/office/drawing/2014/main" id="{C3A0CC5E-3B0A-4921-3022-3755DEFAF27B}"/>
                </a:ext>
              </a:extLst>
            </p:cNvPr>
            <p:cNvSpPr/>
            <p:nvPr/>
          </p:nvSpPr>
          <p:spPr>
            <a:xfrm>
              <a:off x="4887253" y="352763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Flowchart: Connector 277">
              <a:extLst>
                <a:ext uri="{FF2B5EF4-FFF2-40B4-BE49-F238E27FC236}">
                  <a16:creationId xmlns:a16="http://schemas.microsoft.com/office/drawing/2014/main" id="{77B8BAB4-4301-D734-DECF-2DBB3709EC8A}"/>
                </a:ext>
              </a:extLst>
            </p:cNvPr>
            <p:cNvSpPr/>
            <p:nvPr/>
          </p:nvSpPr>
          <p:spPr>
            <a:xfrm>
              <a:off x="5057880" y="36007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Flowchart: Connector 278">
              <a:extLst>
                <a:ext uri="{FF2B5EF4-FFF2-40B4-BE49-F238E27FC236}">
                  <a16:creationId xmlns:a16="http://schemas.microsoft.com/office/drawing/2014/main" id="{CA6ABFF0-44F7-EBFE-777B-D4CD428411AD}"/>
                </a:ext>
              </a:extLst>
            </p:cNvPr>
            <p:cNvSpPr/>
            <p:nvPr/>
          </p:nvSpPr>
          <p:spPr>
            <a:xfrm>
              <a:off x="5770637" y="38036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Flowchart: Connector 279">
              <a:extLst>
                <a:ext uri="{FF2B5EF4-FFF2-40B4-BE49-F238E27FC236}">
                  <a16:creationId xmlns:a16="http://schemas.microsoft.com/office/drawing/2014/main" id="{3F4061F6-F7B1-E465-65F6-3694EAF77010}"/>
                </a:ext>
              </a:extLst>
            </p:cNvPr>
            <p:cNvSpPr/>
            <p:nvPr/>
          </p:nvSpPr>
          <p:spPr>
            <a:xfrm>
              <a:off x="6112604" y="410515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Flowchart: Connector 280">
              <a:extLst>
                <a:ext uri="{FF2B5EF4-FFF2-40B4-BE49-F238E27FC236}">
                  <a16:creationId xmlns:a16="http://schemas.microsoft.com/office/drawing/2014/main" id="{CAFEEBDC-4345-F23A-C0A1-AF9EEC886843}"/>
                </a:ext>
              </a:extLst>
            </p:cNvPr>
            <p:cNvSpPr/>
            <p:nvPr/>
          </p:nvSpPr>
          <p:spPr>
            <a:xfrm>
              <a:off x="6283232" y="42757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Flowchart: Connector 281">
              <a:extLst>
                <a:ext uri="{FF2B5EF4-FFF2-40B4-BE49-F238E27FC236}">
                  <a16:creationId xmlns:a16="http://schemas.microsoft.com/office/drawing/2014/main" id="{AD916E89-FD69-9FC4-86DD-484DFE489870}"/>
                </a:ext>
              </a:extLst>
            </p:cNvPr>
            <p:cNvSpPr/>
            <p:nvPr/>
          </p:nvSpPr>
          <p:spPr>
            <a:xfrm>
              <a:off x="5600009" y="399458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Flowchart: Connector 282">
              <a:extLst>
                <a:ext uri="{FF2B5EF4-FFF2-40B4-BE49-F238E27FC236}">
                  <a16:creationId xmlns:a16="http://schemas.microsoft.com/office/drawing/2014/main" id="{5753B6A3-CCA6-CD5C-E222-C60B545EBEF0}"/>
                </a:ext>
              </a:extLst>
            </p:cNvPr>
            <p:cNvSpPr/>
            <p:nvPr/>
          </p:nvSpPr>
          <p:spPr>
            <a:xfrm>
              <a:off x="5770637" y="416521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Flowchart: Connector 283">
              <a:extLst>
                <a:ext uri="{FF2B5EF4-FFF2-40B4-BE49-F238E27FC236}">
                  <a16:creationId xmlns:a16="http://schemas.microsoft.com/office/drawing/2014/main" id="{E4A6E378-3C37-C230-8290-090EB7116437}"/>
                </a:ext>
              </a:extLst>
            </p:cNvPr>
            <p:cNvSpPr/>
            <p:nvPr/>
          </p:nvSpPr>
          <p:spPr>
            <a:xfrm>
              <a:off x="5941264" y="433584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Flowchart: Connector 284">
              <a:extLst>
                <a:ext uri="{FF2B5EF4-FFF2-40B4-BE49-F238E27FC236}">
                  <a16:creationId xmlns:a16="http://schemas.microsoft.com/office/drawing/2014/main" id="{1BEDE9B1-72CF-D9D8-C213-D888CD43EDA7}"/>
                </a:ext>
              </a:extLst>
            </p:cNvPr>
            <p:cNvSpPr/>
            <p:nvPr/>
          </p:nvSpPr>
          <p:spPr>
            <a:xfrm>
              <a:off x="5747194" y="448023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Flowchart: Connector 285">
              <a:extLst>
                <a:ext uri="{FF2B5EF4-FFF2-40B4-BE49-F238E27FC236}">
                  <a16:creationId xmlns:a16="http://schemas.microsoft.com/office/drawing/2014/main" id="{F8638A44-6F75-CB45-AB2F-907DC09DA854}"/>
                </a:ext>
              </a:extLst>
            </p:cNvPr>
            <p:cNvSpPr/>
            <p:nvPr/>
          </p:nvSpPr>
          <p:spPr>
            <a:xfrm>
              <a:off x="4950487" y="43417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Flowchart: Connector 288">
              <a:extLst>
                <a:ext uri="{FF2B5EF4-FFF2-40B4-BE49-F238E27FC236}">
                  <a16:creationId xmlns:a16="http://schemas.microsoft.com/office/drawing/2014/main" id="{47A1C0A2-7A6B-12FC-F2C6-D270559268A5}"/>
                </a:ext>
              </a:extLst>
            </p:cNvPr>
            <p:cNvSpPr/>
            <p:nvPr/>
          </p:nvSpPr>
          <p:spPr>
            <a:xfrm>
              <a:off x="4556538" y="427651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Flowchart: Connector 289">
              <a:extLst>
                <a:ext uri="{FF2B5EF4-FFF2-40B4-BE49-F238E27FC236}">
                  <a16:creationId xmlns:a16="http://schemas.microsoft.com/office/drawing/2014/main" id="{A5B59352-408F-B56F-771E-E429BA3BEE7B}"/>
                </a:ext>
              </a:extLst>
            </p:cNvPr>
            <p:cNvSpPr/>
            <p:nvPr/>
          </p:nvSpPr>
          <p:spPr>
            <a:xfrm>
              <a:off x="4727165" y="444713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Flowchart: Connector 290">
              <a:extLst>
                <a:ext uri="{FF2B5EF4-FFF2-40B4-BE49-F238E27FC236}">
                  <a16:creationId xmlns:a16="http://schemas.microsoft.com/office/drawing/2014/main" id="{BB01E454-89ED-6250-D2CD-B80A078C2A61}"/>
                </a:ext>
              </a:extLst>
            </p:cNvPr>
            <p:cNvSpPr/>
            <p:nvPr/>
          </p:nvSpPr>
          <p:spPr>
            <a:xfrm>
              <a:off x="5412037" y="427651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Flowchart: Connector 291">
              <a:extLst>
                <a:ext uri="{FF2B5EF4-FFF2-40B4-BE49-F238E27FC236}">
                  <a16:creationId xmlns:a16="http://schemas.microsoft.com/office/drawing/2014/main" id="{08184D4C-156C-1993-2F04-91C6411185DA}"/>
                </a:ext>
              </a:extLst>
            </p:cNvPr>
            <p:cNvSpPr/>
            <p:nvPr/>
          </p:nvSpPr>
          <p:spPr>
            <a:xfrm>
              <a:off x="5018088" y="42112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Flowchart: Connector 292">
              <a:extLst>
                <a:ext uri="{FF2B5EF4-FFF2-40B4-BE49-F238E27FC236}">
                  <a16:creationId xmlns:a16="http://schemas.microsoft.com/office/drawing/2014/main" id="{F703B757-D499-36EA-1CBE-34B8BCA46F74}"/>
                </a:ext>
              </a:extLst>
            </p:cNvPr>
            <p:cNvSpPr/>
            <p:nvPr/>
          </p:nvSpPr>
          <p:spPr>
            <a:xfrm>
              <a:off x="5188715" y="438190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Flowchart: Connector 295">
              <a:extLst>
                <a:ext uri="{FF2B5EF4-FFF2-40B4-BE49-F238E27FC236}">
                  <a16:creationId xmlns:a16="http://schemas.microsoft.com/office/drawing/2014/main" id="{EC94DC77-EBFE-0DC8-139F-5DB4483A7C6F}"/>
                </a:ext>
              </a:extLst>
            </p:cNvPr>
            <p:cNvSpPr/>
            <p:nvPr/>
          </p:nvSpPr>
          <p:spPr>
            <a:xfrm>
              <a:off x="5281201" y="459030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Flowchart: Connector 296">
              <a:extLst>
                <a:ext uri="{FF2B5EF4-FFF2-40B4-BE49-F238E27FC236}">
                  <a16:creationId xmlns:a16="http://schemas.microsoft.com/office/drawing/2014/main" id="{2C9B4F57-7F01-66D3-9F1E-0987DDBAE087}"/>
                </a:ext>
              </a:extLst>
            </p:cNvPr>
            <p:cNvSpPr/>
            <p:nvPr/>
          </p:nvSpPr>
          <p:spPr>
            <a:xfrm>
              <a:off x="5057880" y="486144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Flowchart: Connector 297">
              <a:extLst>
                <a:ext uri="{FF2B5EF4-FFF2-40B4-BE49-F238E27FC236}">
                  <a16:creationId xmlns:a16="http://schemas.microsoft.com/office/drawing/2014/main" id="{A88CCB42-C7CC-BEAF-F152-113E7C15CD1C}"/>
                </a:ext>
              </a:extLst>
            </p:cNvPr>
            <p:cNvSpPr/>
            <p:nvPr/>
          </p:nvSpPr>
          <p:spPr>
            <a:xfrm>
              <a:off x="5228507" y="49150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Flowchart: Connector 298">
              <a:extLst>
                <a:ext uri="{FF2B5EF4-FFF2-40B4-BE49-F238E27FC236}">
                  <a16:creationId xmlns:a16="http://schemas.microsoft.com/office/drawing/2014/main" id="{B4468D27-9153-72C9-CFCD-1FDC12385EA4}"/>
                </a:ext>
              </a:extLst>
            </p:cNvPr>
            <p:cNvSpPr/>
            <p:nvPr/>
          </p:nvSpPr>
          <p:spPr>
            <a:xfrm>
              <a:off x="4655254" y="465541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Flowchart: Connector 302">
              <a:extLst>
                <a:ext uri="{FF2B5EF4-FFF2-40B4-BE49-F238E27FC236}">
                  <a16:creationId xmlns:a16="http://schemas.microsoft.com/office/drawing/2014/main" id="{694919F0-EA66-461F-5A5C-2FD34623D78E}"/>
                </a:ext>
              </a:extLst>
            </p:cNvPr>
            <p:cNvSpPr/>
            <p:nvPr/>
          </p:nvSpPr>
          <p:spPr>
            <a:xfrm>
              <a:off x="4874632" y="507954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Flowchart: Connector 303">
              <a:extLst>
                <a:ext uri="{FF2B5EF4-FFF2-40B4-BE49-F238E27FC236}">
                  <a16:creationId xmlns:a16="http://schemas.microsoft.com/office/drawing/2014/main" id="{35968883-8DCE-77B3-D6C2-D1C9239628F4}"/>
                </a:ext>
              </a:extLst>
            </p:cNvPr>
            <p:cNvSpPr/>
            <p:nvPr/>
          </p:nvSpPr>
          <p:spPr>
            <a:xfrm>
              <a:off x="5045260" y="52501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Flowchart: Connector 304">
              <a:extLst>
                <a:ext uri="{FF2B5EF4-FFF2-40B4-BE49-F238E27FC236}">
                  <a16:creationId xmlns:a16="http://schemas.microsoft.com/office/drawing/2014/main" id="{46E9AAC0-47A3-5B1E-81E7-4E229C2545C2}"/>
                </a:ext>
              </a:extLst>
            </p:cNvPr>
            <p:cNvSpPr/>
            <p:nvPr/>
          </p:nvSpPr>
          <p:spPr>
            <a:xfrm>
              <a:off x="4821938" y="535555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Flowchart: Connector 305">
              <a:extLst>
                <a:ext uri="{FF2B5EF4-FFF2-40B4-BE49-F238E27FC236}">
                  <a16:creationId xmlns:a16="http://schemas.microsoft.com/office/drawing/2014/main" id="{2103BF4A-3A46-3D26-7884-ADEED1A6AE34}"/>
                </a:ext>
              </a:extLst>
            </p:cNvPr>
            <p:cNvSpPr/>
            <p:nvPr/>
          </p:nvSpPr>
          <p:spPr>
            <a:xfrm>
              <a:off x="7379046" y="241587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Flowchart: Connector 306">
              <a:extLst>
                <a:ext uri="{FF2B5EF4-FFF2-40B4-BE49-F238E27FC236}">
                  <a16:creationId xmlns:a16="http://schemas.microsoft.com/office/drawing/2014/main" id="{58B5C3C1-01CE-ED08-6B02-2E2A4E6CBD0D}"/>
                </a:ext>
              </a:extLst>
            </p:cNvPr>
            <p:cNvSpPr/>
            <p:nvPr/>
          </p:nvSpPr>
          <p:spPr>
            <a:xfrm>
              <a:off x="6070787" y="38161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Flowchart: Connector 307">
              <a:extLst>
                <a:ext uri="{FF2B5EF4-FFF2-40B4-BE49-F238E27FC236}">
                  <a16:creationId xmlns:a16="http://schemas.microsoft.com/office/drawing/2014/main" id="{D9C1AD0D-4920-3DC6-792E-A809CF38336F}"/>
                </a:ext>
              </a:extLst>
            </p:cNvPr>
            <p:cNvSpPr/>
            <p:nvPr/>
          </p:nvSpPr>
          <p:spPr>
            <a:xfrm>
              <a:off x="7070130" y="288951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Flowchart: Connector 308">
              <a:extLst>
                <a:ext uri="{FF2B5EF4-FFF2-40B4-BE49-F238E27FC236}">
                  <a16:creationId xmlns:a16="http://schemas.microsoft.com/office/drawing/2014/main" id="{AD17B42D-6A89-4F8D-7807-5A4D7DF50726}"/>
                </a:ext>
              </a:extLst>
            </p:cNvPr>
            <p:cNvSpPr/>
            <p:nvPr/>
          </p:nvSpPr>
          <p:spPr>
            <a:xfrm>
              <a:off x="7326352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Flowchart: Connector 309">
              <a:extLst>
                <a:ext uri="{FF2B5EF4-FFF2-40B4-BE49-F238E27FC236}">
                  <a16:creationId xmlns:a16="http://schemas.microsoft.com/office/drawing/2014/main" id="{A65B0BCD-98F6-9576-0B02-8EC82C54FD91}"/>
                </a:ext>
              </a:extLst>
            </p:cNvPr>
            <p:cNvSpPr/>
            <p:nvPr/>
          </p:nvSpPr>
          <p:spPr>
            <a:xfrm>
              <a:off x="6728529" y="294997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Flowchart: Connector 310">
              <a:extLst>
                <a:ext uri="{FF2B5EF4-FFF2-40B4-BE49-F238E27FC236}">
                  <a16:creationId xmlns:a16="http://schemas.microsoft.com/office/drawing/2014/main" id="{2032B40C-8DA2-5AFA-9718-295D58AC2DCB}"/>
                </a:ext>
              </a:extLst>
            </p:cNvPr>
            <p:cNvSpPr/>
            <p:nvPr/>
          </p:nvSpPr>
          <p:spPr>
            <a:xfrm>
              <a:off x="7840596" y="235063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Flowchart: Connector 311">
              <a:extLst>
                <a:ext uri="{FF2B5EF4-FFF2-40B4-BE49-F238E27FC236}">
                  <a16:creationId xmlns:a16="http://schemas.microsoft.com/office/drawing/2014/main" id="{A7BC1E0E-28A9-F658-408F-14A9931C65A3}"/>
                </a:ext>
              </a:extLst>
            </p:cNvPr>
            <p:cNvSpPr/>
            <p:nvPr/>
          </p:nvSpPr>
          <p:spPr>
            <a:xfrm>
              <a:off x="6532338" y="375095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Flowchart: Connector 312">
              <a:extLst>
                <a:ext uri="{FF2B5EF4-FFF2-40B4-BE49-F238E27FC236}">
                  <a16:creationId xmlns:a16="http://schemas.microsoft.com/office/drawing/2014/main" id="{93912F3C-4682-4A44-9BCC-6A4066E61A41}"/>
                </a:ext>
              </a:extLst>
            </p:cNvPr>
            <p:cNvSpPr/>
            <p:nvPr/>
          </p:nvSpPr>
          <p:spPr>
            <a:xfrm>
              <a:off x="8181851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Flowchart: Connector 313">
              <a:extLst>
                <a:ext uri="{FF2B5EF4-FFF2-40B4-BE49-F238E27FC236}">
                  <a16:creationId xmlns:a16="http://schemas.microsoft.com/office/drawing/2014/main" id="{FA25D921-2F66-6C9E-ADA6-C142D37671A8}"/>
                </a:ext>
              </a:extLst>
            </p:cNvPr>
            <p:cNvSpPr/>
            <p:nvPr/>
          </p:nvSpPr>
          <p:spPr>
            <a:xfrm>
              <a:off x="7787902" y="26266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Flowchart: Connector 314">
              <a:extLst>
                <a:ext uri="{FF2B5EF4-FFF2-40B4-BE49-F238E27FC236}">
                  <a16:creationId xmlns:a16="http://schemas.microsoft.com/office/drawing/2014/main" id="{5E5D8EDF-7C56-6B48-6D8E-E5427AB22493}"/>
                </a:ext>
              </a:extLst>
            </p:cNvPr>
            <p:cNvSpPr/>
            <p:nvPr/>
          </p:nvSpPr>
          <p:spPr>
            <a:xfrm>
              <a:off x="7958529" y="27972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Flowchart: Connector 315">
              <a:extLst>
                <a:ext uri="{FF2B5EF4-FFF2-40B4-BE49-F238E27FC236}">
                  <a16:creationId xmlns:a16="http://schemas.microsoft.com/office/drawing/2014/main" id="{F421E231-9C0E-230A-F308-E405E310B545}"/>
                </a:ext>
              </a:extLst>
            </p:cNvPr>
            <p:cNvSpPr/>
            <p:nvPr/>
          </p:nvSpPr>
          <p:spPr>
            <a:xfrm>
              <a:off x="7890928" y="30282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Flowchart: Connector 316">
              <a:extLst>
                <a:ext uri="{FF2B5EF4-FFF2-40B4-BE49-F238E27FC236}">
                  <a16:creationId xmlns:a16="http://schemas.microsoft.com/office/drawing/2014/main" id="{38E07CEB-551F-031A-5851-E62588472A9A}"/>
                </a:ext>
              </a:extLst>
            </p:cNvPr>
            <p:cNvSpPr/>
            <p:nvPr/>
          </p:nvSpPr>
          <p:spPr>
            <a:xfrm>
              <a:off x="8061555" y="319892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Flowchart: Connector 317">
              <a:extLst>
                <a:ext uri="{FF2B5EF4-FFF2-40B4-BE49-F238E27FC236}">
                  <a16:creationId xmlns:a16="http://schemas.microsoft.com/office/drawing/2014/main" id="{DD841925-32B8-1D81-1B9F-FF25FBB05630}"/>
                </a:ext>
              </a:extLst>
            </p:cNvPr>
            <p:cNvSpPr/>
            <p:nvPr/>
          </p:nvSpPr>
          <p:spPr>
            <a:xfrm>
              <a:off x="8232183" y="336954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Flowchart: Connector 318">
              <a:extLst>
                <a:ext uri="{FF2B5EF4-FFF2-40B4-BE49-F238E27FC236}">
                  <a16:creationId xmlns:a16="http://schemas.microsoft.com/office/drawing/2014/main" id="{965DF06F-2FD5-7DA1-4D41-86748960BC78}"/>
                </a:ext>
              </a:extLst>
            </p:cNvPr>
            <p:cNvSpPr/>
            <p:nvPr/>
          </p:nvSpPr>
          <p:spPr>
            <a:xfrm>
              <a:off x="7838234" y="33043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Flowchart: Connector 319">
              <a:extLst>
                <a:ext uri="{FF2B5EF4-FFF2-40B4-BE49-F238E27FC236}">
                  <a16:creationId xmlns:a16="http://schemas.microsoft.com/office/drawing/2014/main" id="{432BBF4E-6128-6375-6F08-735868B694A6}"/>
                </a:ext>
              </a:extLst>
            </p:cNvPr>
            <p:cNvSpPr/>
            <p:nvPr/>
          </p:nvSpPr>
          <p:spPr>
            <a:xfrm>
              <a:off x="8008861" y="34749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Flowchart: Connector 320">
              <a:extLst>
                <a:ext uri="{FF2B5EF4-FFF2-40B4-BE49-F238E27FC236}">
                  <a16:creationId xmlns:a16="http://schemas.microsoft.com/office/drawing/2014/main" id="{A14914E2-0739-5AB0-1A45-305000FC4963}"/>
                </a:ext>
              </a:extLst>
            </p:cNvPr>
            <p:cNvSpPr/>
            <p:nvPr/>
          </p:nvSpPr>
          <p:spPr>
            <a:xfrm>
              <a:off x="8352478" y="296305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Flowchart: Connector 321">
              <a:extLst>
                <a:ext uri="{FF2B5EF4-FFF2-40B4-BE49-F238E27FC236}">
                  <a16:creationId xmlns:a16="http://schemas.microsoft.com/office/drawing/2014/main" id="{A1B45FA1-33E2-8A30-5DAF-C177040938A3}"/>
                </a:ext>
              </a:extLst>
            </p:cNvPr>
            <p:cNvSpPr/>
            <p:nvPr/>
          </p:nvSpPr>
          <p:spPr>
            <a:xfrm>
              <a:off x="8523106" y="31336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Flowchart: Connector 322">
              <a:extLst>
                <a:ext uri="{FF2B5EF4-FFF2-40B4-BE49-F238E27FC236}">
                  <a16:creationId xmlns:a16="http://schemas.microsoft.com/office/drawing/2014/main" id="{2E03727D-83D9-BB7E-6B13-29F0677F91C1}"/>
                </a:ext>
              </a:extLst>
            </p:cNvPr>
            <p:cNvSpPr/>
            <p:nvPr/>
          </p:nvSpPr>
          <p:spPr>
            <a:xfrm>
              <a:off x="8693733" y="330430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Flowchart: Connector 323">
              <a:extLst>
                <a:ext uri="{FF2B5EF4-FFF2-40B4-BE49-F238E27FC236}">
                  <a16:creationId xmlns:a16="http://schemas.microsoft.com/office/drawing/2014/main" id="{914E1F7B-EA03-3FF0-19B3-2E817852C446}"/>
                </a:ext>
              </a:extLst>
            </p:cNvPr>
            <p:cNvSpPr/>
            <p:nvPr/>
          </p:nvSpPr>
          <p:spPr>
            <a:xfrm>
              <a:off x="8299784" y="323906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Flowchart: Connector 324">
              <a:extLst>
                <a:ext uri="{FF2B5EF4-FFF2-40B4-BE49-F238E27FC236}">
                  <a16:creationId xmlns:a16="http://schemas.microsoft.com/office/drawing/2014/main" id="{412DF77D-9B13-31B5-DB04-CCA28A976098}"/>
                </a:ext>
              </a:extLst>
            </p:cNvPr>
            <p:cNvSpPr/>
            <p:nvPr/>
          </p:nvSpPr>
          <p:spPr>
            <a:xfrm>
              <a:off x="8470412" y="34096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Flowchart: Connector 325">
              <a:extLst>
                <a:ext uri="{FF2B5EF4-FFF2-40B4-BE49-F238E27FC236}">
                  <a16:creationId xmlns:a16="http://schemas.microsoft.com/office/drawing/2014/main" id="{8F4CAA15-C4A1-0B33-3D8C-4AA70820F482}"/>
                </a:ext>
              </a:extLst>
            </p:cNvPr>
            <p:cNvSpPr/>
            <p:nvPr/>
          </p:nvSpPr>
          <p:spPr>
            <a:xfrm>
              <a:off x="6864088" y="325897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Flowchart: Connector 326">
              <a:extLst>
                <a:ext uri="{FF2B5EF4-FFF2-40B4-BE49-F238E27FC236}">
                  <a16:creationId xmlns:a16="http://schemas.microsoft.com/office/drawing/2014/main" id="{6156911E-7FFB-F71A-EAD1-CBCBCBA6B848}"/>
                </a:ext>
              </a:extLst>
            </p:cNvPr>
            <p:cNvSpPr/>
            <p:nvPr/>
          </p:nvSpPr>
          <p:spPr>
            <a:xfrm>
              <a:off x="7034716" y="342960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Flowchart: Connector 330">
              <a:extLst>
                <a:ext uri="{FF2B5EF4-FFF2-40B4-BE49-F238E27FC236}">
                  <a16:creationId xmlns:a16="http://schemas.microsoft.com/office/drawing/2014/main" id="{CFA069A4-2689-15E2-9F5C-6DEEB8FE32DD}"/>
                </a:ext>
              </a:extLst>
            </p:cNvPr>
            <p:cNvSpPr/>
            <p:nvPr/>
          </p:nvSpPr>
          <p:spPr>
            <a:xfrm>
              <a:off x="7205343" y="360023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Flowchart: Connector 332">
              <a:extLst>
                <a:ext uri="{FF2B5EF4-FFF2-40B4-BE49-F238E27FC236}">
                  <a16:creationId xmlns:a16="http://schemas.microsoft.com/office/drawing/2014/main" id="{3FF0A6F3-F349-C00F-8EB1-AD623DFD8199}"/>
                </a:ext>
              </a:extLst>
            </p:cNvPr>
            <p:cNvSpPr/>
            <p:nvPr/>
          </p:nvSpPr>
          <p:spPr>
            <a:xfrm>
              <a:off x="6811394" y="35349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Flowchart: Connector 333">
              <a:extLst>
                <a:ext uri="{FF2B5EF4-FFF2-40B4-BE49-F238E27FC236}">
                  <a16:creationId xmlns:a16="http://schemas.microsoft.com/office/drawing/2014/main" id="{CD1013A4-F347-96C3-1D78-A8FE35B74766}"/>
                </a:ext>
              </a:extLst>
            </p:cNvPr>
            <p:cNvSpPr/>
            <p:nvPr/>
          </p:nvSpPr>
          <p:spPr>
            <a:xfrm>
              <a:off x="6982021" y="370562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Flowchart: Connector 334">
              <a:extLst>
                <a:ext uri="{FF2B5EF4-FFF2-40B4-BE49-F238E27FC236}">
                  <a16:creationId xmlns:a16="http://schemas.microsoft.com/office/drawing/2014/main" id="{9C738196-2FF6-E723-3C20-38A046C383CF}"/>
                </a:ext>
              </a:extLst>
            </p:cNvPr>
            <p:cNvSpPr/>
            <p:nvPr/>
          </p:nvSpPr>
          <p:spPr>
            <a:xfrm>
              <a:off x="7325639" y="319373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Flowchart: Connector 336">
              <a:extLst>
                <a:ext uri="{FF2B5EF4-FFF2-40B4-BE49-F238E27FC236}">
                  <a16:creationId xmlns:a16="http://schemas.microsoft.com/office/drawing/2014/main" id="{0EADC889-B0FD-9AF1-D328-7F0085C7957E}"/>
                </a:ext>
              </a:extLst>
            </p:cNvPr>
            <p:cNvSpPr/>
            <p:nvPr/>
          </p:nvSpPr>
          <p:spPr>
            <a:xfrm>
              <a:off x="7496266" y="336436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Flowchart: Connector 337">
              <a:extLst>
                <a:ext uri="{FF2B5EF4-FFF2-40B4-BE49-F238E27FC236}">
                  <a16:creationId xmlns:a16="http://schemas.microsoft.com/office/drawing/2014/main" id="{13969DB3-B9FA-4F77-ADBF-9BA47B26DDBA}"/>
                </a:ext>
              </a:extLst>
            </p:cNvPr>
            <p:cNvSpPr/>
            <p:nvPr/>
          </p:nvSpPr>
          <p:spPr>
            <a:xfrm>
              <a:off x="7666893" y="35349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Flowchart: Connector 339">
              <a:extLst>
                <a:ext uri="{FF2B5EF4-FFF2-40B4-BE49-F238E27FC236}">
                  <a16:creationId xmlns:a16="http://schemas.microsoft.com/office/drawing/2014/main" id="{0029A393-70BE-D357-5DA4-0EC3531EBC14}"/>
                </a:ext>
              </a:extLst>
            </p:cNvPr>
            <p:cNvSpPr/>
            <p:nvPr/>
          </p:nvSpPr>
          <p:spPr>
            <a:xfrm>
              <a:off x="7272944" y="346975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Flowchart: Connector 340">
              <a:extLst>
                <a:ext uri="{FF2B5EF4-FFF2-40B4-BE49-F238E27FC236}">
                  <a16:creationId xmlns:a16="http://schemas.microsoft.com/office/drawing/2014/main" id="{96CC3B2F-16CF-9107-A107-BA8733F2DCB0}"/>
                </a:ext>
              </a:extLst>
            </p:cNvPr>
            <p:cNvSpPr/>
            <p:nvPr/>
          </p:nvSpPr>
          <p:spPr>
            <a:xfrm>
              <a:off x="7443572" y="364038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Flowchart: Connector 344">
              <a:extLst>
                <a:ext uri="{FF2B5EF4-FFF2-40B4-BE49-F238E27FC236}">
                  <a16:creationId xmlns:a16="http://schemas.microsoft.com/office/drawing/2014/main" id="{BC7A337D-BDCF-1805-58B9-826C455D5460}"/>
                </a:ext>
              </a:extLst>
            </p:cNvPr>
            <p:cNvSpPr/>
            <p:nvPr/>
          </p:nvSpPr>
          <p:spPr>
            <a:xfrm>
              <a:off x="5738842" y="469746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Flowchart: Connector 346">
              <a:extLst>
                <a:ext uri="{FF2B5EF4-FFF2-40B4-BE49-F238E27FC236}">
                  <a16:creationId xmlns:a16="http://schemas.microsoft.com/office/drawing/2014/main" id="{5936AC56-B4E1-E3B8-F436-2176953F93CB}"/>
                </a:ext>
              </a:extLst>
            </p:cNvPr>
            <p:cNvSpPr/>
            <p:nvPr/>
          </p:nvSpPr>
          <p:spPr>
            <a:xfrm>
              <a:off x="6080810" y="49989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Flowchart: Connector 347">
              <a:extLst>
                <a:ext uri="{FF2B5EF4-FFF2-40B4-BE49-F238E27FC236}">
                  <a16:creationId xmlns:a16="http://schemas.microsoft.com/office/drawing/2014/main" id="{22E48F43-8D99-C9F7-F93E-9E616BF41A03}"/>
                </a:ext>
              </a:extLst>
            </p:cNvPr>
            <p:cNvSpPr/>
            <p:nvPr/>
          </p:nvSpPr>
          <p:spPr>
            <a:xfrm>
              <a:off x="6251437" y="516960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Flowchart: Connector 350">
              <a:extLst>
                <a:ext uri="{FF2B5EF4-FFF2-40B4-BE49-F238E27FC236}">
                  <a16:creationId xmlns:a16="http://schemas.microsoft.com/office/drawing/2014/main" id="{7297E488-7BA1-D5AB-0486-126AC51BCD82}"/>
                </a:ext>
              </a:extLst>
            </p:cNvPr>
            <p:cNvSpPr/>
            <p:nvPr/>
          </p:nvSpPr>
          <p:spPr>
            <a:xfrm>
              <a:off x="5568215" y="4888408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Flowchart: Connector 351">
              <a:extLst>
                <a:ext uri="{FF2B5EF4-FFF2-40B4-BE49-F238E27FC236}">
                  <a16:creationId xmlns:a16="http://schemas.microsoft.com/office/drawing/2014/main" id="{660D422A-0A30-C370-C6C1-7545AEBA7C04}"/>
                </a:ext>
              </a:extLst>
            </p:cNvPr>
            <p:cNvSpPr/>
            <p:nvPr/>
          </p:nvSpPr>
          <p:spPr>
            <a:xfrm>
              <a:off x="5738842" y="50590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Flowchart: Connector 352">
              <a:extLst>
                <a:ext uri="{FF2B5EF4-FFF2-40B4-BE49-F238E27FC236}">
                  <a16:creationId xmlns:a16="http://schemas.microsoft.com/office/drawing/2014/main" id="{7CD629F2-C9DF-9982-A178-C1FC92F29DD4}"/>
                </a:ext>
              </a:extLst>
            </p:cNvPr>
            <p:cNvSpPr/>
            <p:nvPr/>
          </p:nvSpPr>
          <p:spPr>
            <a:xfrm>
              <a:off x="5909469" y="52296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Flowchart: Connector 354">
              <a:extLst>
                <a:ext uri="{FF2B5EF4-FFF2-40B4-BE49-F238E27FC236}">
                  <a16:creationId xmlns:a16="http://schemas.microsoft.com/office/drawing/2014/main" id="{A987AC80-252B-DE63-2A9D-A8FC02752081}"/>
                </a:ext>
              </a:extLst>
            </p:cNvPr>
            <p:cNvSpPr/>
            <p:nvPr/>
          </p:nvSpPr>
          <p:spPr>
            <a:xfrm>
              <a:off x="5686148" y="533505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Flowchart: Connector 357">
              <a:extLst>
                <a:ext uri="{FF2B5EF4-FFF2-40B4-BE49-F238E27FC236}">
                  <a16:creationId xmlns:a16="http://schemas.microsoft.com/office/drawing/2014/main" id="{F5DB74DB-BCEA-03E5-6C0C-2A545E22D857}"/>
                </a:ext>
              </a:extLst>
            </p:cNvPr>
            <p:cNvSpPr/>
            <p:nvPr/>
          </p:nvSpPr>
          <p:spPr>
            <a:xfrm>
              <a:off x="7336178" y="428387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Flowchart: Connector 365">
              <a:extLst>
                <a:ext uri="{FF2B5EF4-FFF2-40B4-BE49-F238E27FC236}">
                  <a16:creationId xmlns:a16="http://schemas.microsoft.com/office/drawing/2014/main" id="{BB968593-D5D6-9B80-68E1-49D3EB3118BE}"/>
                </a:ext>
              </a:extLst>
            </p:cNvPr>
            <p:cNvSpPr/>
            <p:nvPr/>
          </p:nvSpPr>
          <p:spPr>
            <a:xfrm>
              <a:off x="6942230" y="43648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Flowchart: Connector 368">
              <a:extLst>
                <a:ext uri="{FF2B5EF4-FFF2-40B4-BE49-F238E27FC236}">
                  <a16:creationId xmlns:a16="http://schemas.microsoft.com/office/drawing/2014/main" id="{577876F3-F8F1-B1F0-1700-B8665EE1C194}"/>
                </a:ext>
              </a:extLst>
            </p:cNvPr>
            <p:cNvSpPr/>
            <p:nvPr/>
          </p:nvSpPr>
          <p:spPr>
            <a:xfrm>
              <a:off x="7112857" y="43892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Flowchart: Connector 369">
              <a:extLst>
                <a:ext uri="{FF2B5EF4-FFF2-40B4-BE49-F238E27FC236}">
                  <a16:creationId xmlns:a16="http://schemas.microsoft.com/office/drawing/2014/main" id="{FC8CA747-23BA-B62A-7EAD-03D2B7F94C5A}"/>
                </a:ext>
              </a:extLst>
            </p:cNvPr>
            <p:cNvSpPr/>
            <p:nvPr/>
          </p:nvSpPr>
          <p:spPr>
            <a:xfrm>
              <a:off x="7797729" y="421863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Flowchart: Connector 370">
              <a:extLst>
                <a:ext uri="{FF2B5EF4-FFF2-40B4-BE49-F238E27FC236}">
                  <a16:creationId xmlns:a16="http://schemas.microsoft.com/office/drawing/2014/main" id="{0C1DDBD3-DB66-D57E-D444-97DBD0C17CA3}"/>
                </a:ext>
              </a:extLst>
            </p:cNvPr>
            <p:cNvSpPr/>
            <p:nvPr/>
          </p:nvSpPr>
          <p:spPr>
            <a:xfrm>
              <a:off x="7403780" y="415339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Flowchart: Connector 374">
              <a:extLst>
                <a:ext uri="{FF2B5EF4-FFF2-40B4-BE49-F238E27FC236}">
                  <a16:creationId xmlns:a16="http://schemas.microsoft.com/office/drawing/2014/main" id="{9345BA9E-FEA2-DD3A-C174-CD73B0858E0D}"/>
                </a:ext>
              </a:extLst>
            </p:cNvPr>
            <p:cNvSpPr/>
            <p:nvPr/>
          </p:nvSpPr>
          <p:spPr>
            <a:xfrm>
              <a:off x="7574407" y="432402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Flowchart: Connector 376">
              <a:extLst>
                <a:ext uri="{FF2B5EF4-FFF2-40B4-BE49-F238E27FC236}">
                  <a16:creationId xmlns:a16="http://schemas.microsoft.com/office/drawing/2014/main" id="{A1BCABE0-BD3E-47C3-2FEA-98416657D170}"/>
                </a:ext>
              </a:extLst>
            </p:cNvPr>
            <p:cNvSpPr/>
            <p:nvPr/>
          </p:nvSpPr>
          <p:spPr>
            <a:xfrm>
              <a:off x="7666893" y="458117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Flowchart: Connector 377">
              <a:extLst>
                <a:ext uri="{FF2B5EF4-FFF2-40B4-BE49-F238E27FC236}">
                  <a16:creationId xmlns:a16="http://schemas.microsoft.com/office/drawing/2014/main" id="{CF1CA861-0F5E-2868-EE7B-45545CB3E2E6}"/>
                </a:ext>
              </a:extLst>
            </p:cNvPr>
            <p:cNvSpPr/>
            <p:nvPr/>
          </p:nvSpPr>
          <p:spPr>
            <a:xfrm>
              <a:off x="7443572" y="46865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Flowchart: Connector 378">
              <a:extLst>
                <a:ext uri="{FF2B5EF4-FFF2-40B4-BE49-F238E27FC236}">
                  <a16:creationId xmlns:a16="http://schemas.microsoft.com/office/drawing/2014/main" id="{AF6DBFC8-4F75-0403-7846-01C70EA14341}"/>
                </a:ext>
              </a:extLst>
            </p:cNvPr>
            <p:cNvSpPr/>
            <p:nvPr/>
          </p:nvSpPr>
          <p:spPr>
            <a:xfrm>
              <a:off x="7614199" y="48571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Flowchart: Connector 379">
              <a:extLst>
                <a:ext uri="{FF2B5EF4-FFF2-40B4-BE49-F238E27FC236}">
                  <a16:creationId xmlns:a16="http://schemas.microsoft.com/office/drawing/2014/main" id="{2B49A899-8371-A0B4-4A5A-AE669F86F848}"/>
                </a:ext>
              </a:extLst>
            </p:cNvPr>
            <p:cNvSpPr/>
            <p:nvPr/>
          </p:nvSpPr>
          <p:spPr>
            <a:xfrm>
              <a:off x="7089697" y="485103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Flowchart: Connector 380">
              <a:extLst>
                <a:ext uri="{FF2B5EF4-FFF2-40B4-BE49-F238E27FC236}">
                  <a16:creationId xmlns:a16="http://schemas.microsoft.com/office/drawing/2014/main" id="{650D2841-8A80-F23B-2790-2F0E1F4AF63C}"/>
                </a:ext>
              </a:extLst>
            </p:cNvPr>
            <p:cNvSpPr/>
            <p:nvPr/>
          </p:nvSpPr>
          <p:spPr>
            <a:xfrm>
              <a:off x="6582715" y="4155470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Flowchart: Connector 381">
              <a:extLst>
                <a:ext uri="{FF2B5EF4-FFF2-40B4-BE49-F238E27FC236}">
                  <a16:creationId xmlns:a16="http://schemas.microsoft.com/office/drawing/2014/main" id="{5DA70059-019F-CB06-5FFC-38623E847A8D}"/>
                </a:ext>
              </a:extLst>
            </p:cNvPr>
            <p:cNvSpPr/>
            <p:nvPr/>
          </p:nvSpPr>
          <p:spPr>
            <a:xfrm>
              <a:off x="6753343" y="4326097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Flowchart: Connector 382">
              <a:extLst>
                <a:ext uri="{FF2B5EF4-FFF2-40B4-BE49-F238E27FC236}">
                  <a16:creationId xmlns:a16="http://schemas.microsoft.com/office/drawing/2014/main" id="{46D1E931-267E-99E9-A832-8D4A7A99C1CE}"/>
                </a:ext>
              </a:extLst>
            </p:cNvPr>
            <p:cNvSpPr/>
            <p:nvPr/>
          </p:nvSpPr>
          <p:spPr>
            <a:xfrm>
              <a:off x="6530021" y="443148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4" name="Flowchart: Connector 383">
              <a:extLst>
                <a:ext uri="{FF2B5EF4-FFF2-40B4-BE49-F238E27FC236}">
                  <a16:creationId xmlns:a16="http://schemas.microsoft.com/office/drawing/2014/main" id="{7F615252-7C2E-E5C5-C571-626C4FD5F9E6}"/>
                </a:ext>
              </a:extLst>
            </p:cNvPr>
            <p:cNvSpPr/>
            <p:nvPr/>
          </p:nvSpPr>
          <p:spPr>
            <a:xfrm>
              <a:off x="4064655" y="40838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Flowchart: Connector 384">
              <a:extLst>
                <a:ext uri="{FF2B5EF4-FFF2-40B4-BE49-F238E27FC236}">
                  <a16:creationId xmlns:a16="http://schemas.microsoft.com/office/drawing/2014/main" id="{1CC2FBAF-23CA-C0DE-E11A-A3032DF7748B}"/>
                </a:ext>
              </a:extLst>
            </p:cNvPr>
            <p:cNvSpPr/>
            <p:nvPr/>
          </p:nvSpPr>
          <p:spPr>
            <a:xfrm>
              <a:off x="3670706" y="401863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Flowchart: Connector 385">
              <a:extLst>
                <a:ext uri="{FF2B5EF4-FFF2-40B4-BE49-F238E27FC236}">
                  <a16:creationId xmlns:a16="http://schemas.microsoft.com/office/drawing/2014/main" id="{A689268C-43B6-0CBB-9DB7-4F8F152F540E}"/>
                </a:ext>
              </a:extLst>
            </p:cNvPr>
            <p:cNvSpPr/>
            <p:nvPr/>
          </p:nvSpPr>
          <p:spPr>
            <a:xfrm>
              <a:off x="3841334" y="418926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Flowchart: Connector 386">
              <a:extLst>
                <a:ext uri="{FF2B5EF4-FFF2-40B4-BE49-F238E27FC236}">
                  <a16:creationId xmlns:a16="http://schemas.microsoft.com/office/drawing/2014/main" id="{06E5EB68-EFB7-DCE7-AE9C-12AF068E98CE}"/>
                </a:ext>
              </a:extLst>
            </p:cNvPr>
            <p:cNvSpPr/>
            <p:nvPr/>
          </p:nvSpPr>
          <p:spPr>
            <a:xfrm>
              <a:off x="4526205" y="401863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Flowchart: Connector 387">
              <a:extLst>
                <a:ext uri="{FF2B5EF4-FFF2-40B4-BE49-F238E27FC236}">
                  <a16:creationId xmlns:a16="http://schemas.microsoft.com/office/drawing/2014/main" id="{36EE52EC-BB93-C649-CC80-D01DB146DFDB}"/>
                </a:ext>
              </a:extLst>
            </p:cNvPr>
            <p:cNvSpPr/>
            <p:nvPr/>
          </p:nvSpPr>
          <p:spPr>
            <a:xfrm>
              <a:off x="4132257" y="3953395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Flowchart: Connector 388">
              <a:extLst>
                <a:ext uri="{FF2B5EF4-FFF2-40B4-BE49-F238E27FC236}">
                  <a16:creationId xmlns:a16="http://schemas.microsoft.com/office/drawing/2014/main" id="{20E1566C-3D5B-4318-208D-37CC875C62BA}"/>
                </a:ext>
              </a:extLst>
            </p:cNvPr>
            <p:cNvSpPr/>
            <p:nvPr/>
          </p:nvSpPr>
          <p:spPr>
            <a:xfrm>
              <a:off x="4302884" y="412402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Flowchart: Connector 389">
              <a:extLst>
                <a:ext uri="{FF2B5EF4-FFF2-40B4-BE49-F238E27FC236}">
                  <a16:creationId xmlns:a16="http://schemas.microsoft.com/office/drawing/2014/main" id="{3256D94E-4962-BFCF-372F-84677FE027ED}"/>
                </a:ext>
              </a:extLst>
            </p:cNvPr>
            <p:cNvSpPr/>
            <p:nvPr/>
          </p:nvSpPr>
          <p:spPr>
            <a:xfrm>
              <a:off x="4395370" y="4381174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Flowchart: Connector 390">
              <a:extLst>
                <a:ext uri="{FF2B5EF4-FFF2-40B4-BE49-F238E27FC236}">
                  <a16:creationId xmlns:a16="http://schemas.microsoft.com/office/drawing/2014/main" id="{BD0D36BB-857B-1357-8B16-21AA9CAF7F5B}"/>
                </a:ext>
              </a:extLst>
            </p:cNvPr>
            <p:cNvSpPr/>
            <p:nvPr/>
          </p:nvSpPr>
          <p:spPr>
            <a:xfrm>
              <a:off x="4172048" y="4486562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Flowchart: Connector 391">
              <a:extLst>
                <a:ext uri="{FF2B5EF4-FFF2-40B4-BE49-F238E27FC236}">
                  <a16:creationId xmlns:a16="http://schemas.microsoft.com/office/drawing/2014/main" id="{EBD79649-09F2-3953-C8B6-4ABF8D04E226}"/>
                </a:ext>
              </a:extLst>
            </p:cNvPr>
            <p:cNvSpPr/>
            <p:nvPr/>
          </p:nvSpPr>
          <p:spPr>
            <a:xfrm>
              <a:off x="4342676" y="46571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Flowchart: Connector 392">
              <a:extLst>
                <a:ext uri="{FF2B5EF4-FFF2-40B4-BE49-F238E27FC236}">
                  <a16:creationId xmlns:a16="http://schemas.microsoft.com/office/drawing/2014/main" id="{77431215-5F57-7352-8BD2-468E8F94C1DA}"/>
                </a:ext>
              </a:extLst>
            </p:cNvPr>
            <p:cNvSpPr/>
            <p:nvPr/>
          </p:nvSpPr>
          <p:spPr>
            <a:xfrm>
              <a:off x="3818174" y="465103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Flowchart: Connector 393">
              <a:extLst>
                <a:ext uri="{FF2B5EF4-FFF2-40B4-BE49-F238E27FC236}">
                  <a16:creationId xmlns:a16="http://schemas.microsoft.com/office/drawing/2014/main" id="{574F75CE-B16F-0DAA-FB7B-298C1D8F61F5}"/>
                </a:ext>
              </a:extLst>
            </p:cNvPr>
            <p:cNvSpPr/>
            <p:nvPr/>
          </p:nvSpPr>
          <p:spPr>
            <a:xfrm>
              <a:off x="3988801" y="482166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Flowchart: Connector 394">
              <a:extLst>
                <a:ext uri="{FF2B5EF4-FFF2-40B4-BE49-F238E27FC236}">
                  <a16:creationId xmlns:a16="http://schemas.microsoft.com/office/drawing/2014/main" id="{25EA2121-FD3A-C919-C936-0470CAD46383}"/>
                </a:ext>
              </a:extLst>
            </p:cNvPr>
            <p:cNvSpPr/>
            <p:nvPr/>
          </p:nvSpPr>
          <p:spPr>
            <a:xfrm>
              <a:off x="4159428" y="499229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Flowchart: Connector 395">
              <a:extLst>
                <a:ext uri="{FF2B5EF4-FFF2-40B4-BE49-F238E27FC236}">
                  <a16:creationId xmlns:a16="http://schemas.microsoft.com/office/drawing/2014/main" id="{98C83493-D291-B432-00F9-95F90792DE32}"/>
                </a:ext>
              </a:extLst>
            </p:cNvPr>
            <p:cNvSpPr/>
            <p:nvPr/>
          </p:nvSpPr>
          <p:spPr>
            <a:xfrm>
              <a:off x="3936107" y="509767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Flowchart: Connector 396">
              <a:extLst>
                <a:ext uri="{FF2B5EF4-FFF2-40B4-BE49-F238E27FC236}">
                  <a16:creationId xmlns:a16="http://schemas.microsoft.com/office/drawing/2014/main" id="{C8B1B7DD-408A-E4EA-61CA-9EC6CED16329}"/>
                </a:ext>
              </a:extLst>
            </p:cNvPr>
            <p:cNvSpPr/>
            <p:nvPr/>
          </p:nvSpPr>
          <p:spPr>
            <a:xfrm>
              <a:off x="6813451" y="253578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Flowchart: Connector 397">
              <a:extLst>
                <a:ext uri="{FF2B5EF4-FFF2-40B4-BE49-F238E27FC236}">
                  <a16:creationId xmlns:a16="http://schemas.microsoft.com/office/drawing/2014/main" id="{25979CDE-B541-8549-E7E9-46519F3035E5}"/>
                </a:ext>
              </a:extLst>
            </p:cNvPr>
            <p:cNvSpPr/>
            <p:nvPr/>
          </p:nvSpPr>
          <p:spPr>
            <a:xfrm>
              <a:off x="6984078" y="270641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Flowchart: Connector 398">
              <a:extLst>
                <a:ext uri="{FF2B5EF4-FFF2-40B4-BE49-F238E27FC236}">
                  <a16:creationId xmlns:a16="http://schemas.microsoft.com/office/drawing/2014/main" id="{ACFB5720-4BED-A63D-63B3-8B5A58EEF544}"/>
                </a:ext>
              </a:extLst>
            </p:cNvPr>
            <p:cNvSpPr/>
            <p:nvPr/>
          </p:nvSpPr>
          <p:spPr>
            <a:xfrm>
              <a:off x="6471483" y="2595846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Flowchart: Connector 399">
              <a:extLst>
                <a:ext uri="{FF2B5EF4-FFF2-40B4-BE49-F238E27FC236}">
                  <a16:creationId xmlns:a16="http://schemas.microsoft.com/office/drawing/2014/main" id="{647C35B5-6645-7240-4ECA-4FCE0BC08106}"/>
                </a:ext>
              </a:extLst>
            </p:cNvPr>
            <p:cNvSpPr/>
            <p:nvPr/>
          </p:nvSpPr>
          <p:spPr>
            <a:xfrm>
              <a:off x="6642110" y="276647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Flowchart: Connector 400">
              <a:extLst>
                <a:ext uri="{FF2B5EF4-FFF2-40B4-BE49-F238E27FC236}">
                  <a16:creationId xmlns:a16="http://schemas.microsoft.com/office/drawing/2014/main" id="{76A21E12-E96E-679A-0648-377D886CB1DA}"/>
                </a:ext>
              </a:extLst>
            </p:cNvPr>
            <p:cNvSpPr/>
            <p:nvPr/>
          </p:nvSpPr>
          <p:spPr>
            <a:xfrm>
              <a:off x="6418789" y="2871861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Flowchart: Connector 401">
              <a:extLst>
                <a:ext uri="{FF2B5EF4-FFF2-40B4-BE49-F238E27FC236}">
                  <a16:creationId xmlns:a16="http://schemas.microsoft.com/office/drawing/2014/main" id="{E37B38D3-A14E-6EFA-5FED-57112C624AF7}"/>
                </a:ext>
              </a:extLst>
            </p:cNvPr>
            <p:cNvSpPr/>
            <p:nvPr/>
          </p:nvSpPr>
          <p:spPr>
            <a:xfrm>
              <a:off x="8387607" y="211138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Flowchart: Connector 402">
              <a:extLst>
                <a:ext uri="{FF2B5EF4-FFF2-40B4-BE49-F238E27FC236}">
                  <a16:creationId xmlns:a16="http://schemas.microsoft.com/office/drawing/2014/main" id="{87BC66D8-8C05-ADF3-3114-9C8D39E13125}"/>
                </a:ext>
              </a:extLst>
            </p:cNvPr>
            <p:cNvSpPr/>
            <p:nvPr/>
          </p:nvSpPr>
          <p:spPr>
            <a:xfrm>
              <a:off x="8924054" y="2691893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Flowchart: Connector 403">
              <a:extLst>
                <a:ext uri="{FF2B5EF4-FFF2-40B4-BE49-F238E27FC236}">
                  <a16:creationId xmlns:a16="http://schemas.microsoft.com/office/drawing/2014/main" id="{EAD334F3-0E4A-EF07-4205-28EA110E8C8A}"/>
                </a:ext>
              </a:extLst>
            </p:cNvPr>
            <p:cNvSpPr/>
            <p:nvPr/>
          </p:nvSpPr>
          <p:spPr>
            <a:xfrm>
              <a:off x="8334913" y="2387399"/>
              <a:ext cx="105388" cy="105388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842A7747-454D-84B0-8495-E3718846CEAC}"/>
              </a:ext>
            </a:extLst>
          </p:cNvPr>
          <p:cNvCxnSpPr>
            <a:cxnSpLocks/>
            <a:endCxn id="288" idx="0"/>
          </p:cNvCxnSpPr>
          <p:nvPr/>
        </p:nvCxnSpPr>
        <p:spPr>
          <a:xfrm>
            <a:off x="7890928" y="3660465"/>
            <a:ext cx="625873" cy="359618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3CCFBEB4-E3D6-6026-248A-5EEBBE739650}"/>
              </a:ext>
            </a:extLst>
          </p:cNvPr>
          <p:cNvSpPr txBox="1"/>
          <p:nvPr/>
        </p:nvSpPr>
        <p:spPr>
          <a:xfrm>
            <a:off x="7716701" y="4020083"/>
            <a:ext cx="1600200" cy="646331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Filtered Performance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C1CC4645-9BEB-71F6-4566-32D44C0C565C}"/>
              </a:ext>
            </a:extLst>
          </p:cNvPr>
          <p:cNvCxnSpPr>
            <a:cxnSpLocks/>
            <a:stCxn id="132" idx="6"/>
            <a:endCxn id="276" idx="1"/>
          </p:cNvCxnSpPr>
          <p:nvPr/>
        </p:nvCxnSpPr>
        <p:spPr>
          <a:xfrm>
            <a:off x="6356825" y="5222301"/>
            <a:ext cx="1230712" cy="3557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49BD1912-0032-B324-1ABC-DCE546BC8BAD}"/>
              </a:ext>
            </a:extLst>
          </p:cNvPr>
          <p:cNvSpPr txBox="1"/>
          <p:nvPr/>
        </p:nvSpPr>
        <p:spPr>
          <a:xfrm>
            <a:off x="7587537" y="4796213"/>
            <a:ext cx="1600200" cy="923330"/>
          </a:xfrm>
          <a:prstGeom prst="rect">
            <a:avLst/>
          </a:prstGeom>
          <a:solidFill>
            <a:srgbClr val="FFFFFF"/>
          </a:solidFill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Local SSD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Performance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Profile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20E9635-406E-CF3E-21B1-A66873274568}"/>
              </a:ext>
            </a:extLst>
          </p:cNvPr>
          <p:cNvSpPr txBox="1"/>
          <p:nvPr/>
        </p:nvSpPr>
        <p:spPr>
          <a:xfrm>
            <a:off x="3841334" y="3062527"/>
            <a:ext cx="1448964" cy="646331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Regression</a:t>
            </a:r>
          </a:p>
          <a:p>
            <a:r>
              <a:rPr lang="en-US" b="1" dirty="0">
                <a:solidFill>
                  <a:srgbClr val="C00000"/>
                </a:solidFill>
              </a:rPr>
              <a:t>Line</a:t>
            </a:r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4E870F41-8B43-89BD-0715-9DC9F6A7086E}"/>
              </a:ext>
            </a:extLst>
          </p:cNvPr>
          <p:cNvCxnSpPr>
            <a:cxnSpLocks/>
            <a:stCxn id="273" idx="1"/>
            <a:endCxn id="294" idx="2"/>
          </p:cNvCxnSpPr>
          <p:nvPr/>
        </p:nvCxnSpPr>
        <p:spPr>
          <a:xfrm flipH="1" flipV="1">
            <a:off x="4565816" y="3708858"/>
            <a:ext cx="917025" cy="37582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50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64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Tang, Meng</dc:creator>
  <cp:lastModifiedBy>Meng Tang</cp:lastModifiedBy>
  <cp:revision>10</cp:revision>
  <dcterms:created xsi:type="dcterms:W3CDTF">2025-01-30T16:45:59Z</dcterms:created>
  <dcterms:modified xsi:type="dcterms:W3CDTF">2025-10-29T22:11:39Z</dcterms:modified>
</cp:coreProperties>
</file>