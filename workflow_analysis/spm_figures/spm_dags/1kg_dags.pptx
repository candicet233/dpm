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FFFF00"/>
    <a:srgbClr val="FFFFFF"/>
    <a:srgbClr val="CCFF99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4" autoAdjust="0"/>
    <p:restoredTop sz="89984" autoAdjust="0"/>
  </p:normalViewPr>
  <p:slideViewPr>
    <p:cSldViewPr snapToGrid="0">
      <p:cViewPr varScale="1">
        <p:scale>
          <a:sx n="73" d="100"/>
          <a:sy n="73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8F66-4516-3172-4E11-2EE110851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31189-588F-626B-287D-68BBCE83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9518B-B4B4-BEA5-C700-DFFA2EC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5FC74-F628-578D-1E1E-F418157D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0705-9DC3-810F-46AF-025696E8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6EF6-54F7-BB88-6C4E-C3E11A93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33B3-5DDF-B141-CB41-C21B829C1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7169-9227-5139-D6AD-B9AD21CB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7E4F-2A8D-1884-6993-61E1483C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467F6-3E74-378D-7790-42F4C109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0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6915-24DE-969A-86C9-C53943B9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2ED3-4008-CFEF-E476-07CFCF4ED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402C-7364-59DF-EAEB-FA7F3462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0ED4-3920-9EA9-7D87-2A9A1350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1E5C-C94B-1E44-E80A-D7F2C91B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0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28C-1DAD-9BA0-536C-3C288FC1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251C6-7DC2-88C1-A7B6-36885DE32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543DF-88D8-EFB7-BC30-6B48DAC50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9428-5E3F-DE8B-E388-13517D35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DCFC6-2785-89AF-EFBC-0F38189C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2F346-5973-1DE3-9616-8E7EA258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3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5B2A-3146-1736-9530-9DE497FC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A0C1D-D306-14FD-E485-086AE8325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194A0-5793-5510-D7D9-B84A8C17E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8655A-B7D5-2B59-10FA-4DB162B87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64D5A-CF33-4A9B-11D9-A3789E0D6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9F307-7655-5481-B0AD-5B9F6D64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94592-320B-5811-CD1C-C141927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924C3-A72F-CD07-5180-36A41F2F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CA89-3D06-CB45-A6C7-206AC4E0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39A76-FDDB-1B68-549C-F88314FC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53A49-45E1-7570-5B9F-D0150C96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C6624-97CA-5DD1-5448-E12C9C7D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B7C5F-B3B0-48EA-DB23-F720EE68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52023-7257-F31B-5C90-EE432208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D8C4-1806-8EE4-4B73-0AB857E5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51AC-9541-5DF2-AF4B-3133B266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EAB1D-A452-0210-8C5F-FB6935A9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DE232-447F-960A-6DE2-F9B6BCE4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707F6-D57D-3781-06F0-884957FF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9D624-DB3E-7C79-8EE4-B578AF3F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EDC39-FF83-F5DF-BFD0-C95D45F5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4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68E5-63F8-D815-EBF7-A4FF8C58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046E4-BCAA-6E45-B44C-166BC7CB2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5E3D4-B3B4-B105-C08E-E1F705D29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DE746-B521-7CFB-1C68-A94513C3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1A31-50D9-12A2-C1E2-12AE8677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F26CC-001F-C7DF-4026-5962676D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6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621A-8B1B-6E47-A34B-09F99B30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133CC-A3F6-A017-9DDC-16EE0136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DA59-9388-76A3-6FCD-36B44F29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E71A-733C-7DE1-DFE9-6A827E3A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0F7DD-F44B-5D6C-320A-DD4D1B77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E21CE-974F-0B45-8355-AEBD2CE15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93DDE-D989-658A-BAAF-D7CB3C4B8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7FA0-6182-7385-915E-C238C9CB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B53A-1C49-2750-D3DA-624A2A4A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33A5-2BAE-CE0F-DEDA-FA4799D5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6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AA6AE-6F2F-0E0D-C08A-1BA8A9F1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160DA-DF31-968A-B447-B92BD996F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854CD-BFAD-CD3D-7C3A-092D54CE0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644DB-C3A0-4FF1-A7C5-619927E3113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BAB2-155F-EFDD-41C3-DE35C78A6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6EE3-6C12-FE3C-204A-EE739964D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7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21EB8-0B9C-2F02-6B87-F1501492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3B8F04C-464B-4653-30D3-AB787A9E1E8E}"/>
              </a:ext>
            </a:extLst>
          </p:cNvPr>
          <p:cNvGrpSpPr/>
          <p:nvPr/>
        </p:nvGrpSpPr>
        <p:grpSpPr>
          <a:xfrm>
            <a:off x="2311564" y="2576594"/>
            <a:ext cx="1317855" cy="2100315"/>
            <a:chOff x="2228320" y="1609165"/>
            <a:chExt cx="1039907" cy="291801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140C48-CB34-5395-CDAA-3119EE4EC938}"/>
                </a:ext>
              </a:extLst>
            </p:cNvPr>
            <p:cNvSpPr txBox="1"/>
            <p:nvPr/>
          </p:nvSpPr>
          <p:spPr>
            <a:xfrm>
              <a:off x="2228320" y="1620572"/>
              <a:ext cx="1039907" cy="1390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</a:rPr>
                <a:t>merge</a:t>
              </a:r>
            </a:p>
            <a:p>
              <a:endParaRPr lang="en-US" sz="3200" dirty="0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A903490B-E5C5-CFEC-F186-C53603E3C150}"/>
                </a:ext>
              </a:extLst>
            </p:cNvPr>
            <p:cNvSpPr/>
            <p:nvPr/>
          </p:nvSpPr>
          <p:spPr>
            <a:xfrm>
              <a:off x="2362200" y="1609165"/>
              <a:ext cx="776608" cy="2918011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108D020-54C8-0B37-B3A0-2CE5B6427871}"/>
              </a:ext>
            </a:extLst>
          </p:cNvPr>
          <p:cNvGrpSpPr/>
          <p:nvPr/>
        </p:nvGrpSpPr>
        <p:grpSpPr>
          <a:xfrm>
            <a:off x="1212996" y="2567045"/>
            <a:ext cx="414286" cy="2045828"/>
            <a:chOff x="2548224" y="2106291"/>
            <a:chExt cx="445986" cy="220237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DDA0377-43FA-8115-3E8E-E0DE8A064722}"/>
                </a:ext>
              </a:extLst>
            </p:cNvPr>
            <p:cNvSpPr/>
            <p:nvPr/>
          </p:nvSpPr>
          <p:spPr>
            <a:xfrm>
              <a:off x="2548224" y="2106291"/>
              <a:ext cx="443753" cy="44375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2B5AA5C-F3B5-FE5C-A510-8D74B2660805}"/>
                </a:ext>
              </a:extLst>
            </p:cNvPr>
            <p:cNvSpPr/>
            <p:nvPr/>
          </p:nvSpPr>
          <p:spPr>
            <a:xfrm>
              <a:off x="2548224" y="2692776"/>
              <a:ext cx="443753" cy="44375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863B0B9-1FD3-E2C0-C06A-0CDE83C77E42}"/>
                </a:ext>
              </a:extLst>
            </p:cNvPr>
            <p:cNvSpPr/>
            <p:nvPr/>
          </p:nvSpPr>
          <p:spPr>
            <a:xfrm>
              <a:off x="2550456" y="3278842"/>
              <a:ext cx="443753" cy="44375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9199CC0-E391-A1FE-25F2-3492DF02CB55}"/>
                </a:ext>
              </a:extLst>
            </p:cNvPr>
            <p:cNvSpPr/>
            <p:nvPr/>
          </p:nvSpPr>
          <p:spPr>
            <a:xfrm>
              <a:off x="2550457" y="3864908"/>
              <a:ext cx="443753" cy="44375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CB12F6-0132-C600-34B6-B2CE4AADBCE1}"/>
              </a:ext>
            </a:extLst>
          </p:cNvPr>
          <p:cNvGrpSpPr/>
          <p:nvPr/>
        </p:nvGrpSpPr>
        <p:grpSpPr>
          <a:xfrm>
            <a:off x="2773003" y="3112031"/>
            <a:ext cx="430965" cy="1000550"/>
            <a:chOff x="3962399" y="2694318"/>
            <a:chExt cx="443753" cy="1030238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E918323-E800-851E-4E01-179FB30AAC3D}"/>
                </a:ext>
              </a:extLst>
            </p:cNvPr>
            <p:cNvSpPr/>
            <p:nvPr/>
          </p:nvSpPr>
          <p:spPr>
            <a:xfrm>
              <a:off x="3962399" y="2694318"/>
              <a:ext cx="443753" cy="4437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B7DC230-E1D6-E733-AFA4-FDB996F84F98}"/>
                </a:ext>
              </a:extLst>
            </p:cNvPr>
            <p:cNvSpPr/>
            <p:nvPr/>
          </p:nvSpPr>
          <p:spPr>
            <a:xfrm>
              <a:off x="3962399" y="3280803"/>
              <a:ext cx="443753" cy="4437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A6E1783-3E9A-A1E0-7AF5-A8D6094ED632}"/>
              </a:ext>
            </a:extLst>
          </p:cNvPr>
          <p:cNvSpPr/>
          <p:nvPr/>
        </p:nvSpPr>
        <p:spPr>
          <a:xfrm>
            <a:off x="360845" y="3615950"/>
            <a:ext cx="293349" cy="4121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C894647-6DD1-889D-5614-8F3829471D97}"/>
              </a:ext>
            </a:extLst>
          </p:cNvPr>
          <p:cNvCxnSpPr>
            <a:cxnSpLocks/>
            <a:stCxn id="31" idx="3"/>
            <a:endCxn id="54" idx="3"/>
          </p:cNvCxnSpPr>
          <p:nvPr/>
        </p:nvCxnSpPr>
        <p:spPr>
          <a:xfrm flipV="1">
            <a:off x="654194" y="2918890"/>
            <a:ext cx="619169" cy="90315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29E959-ED0A-7088-B0D9-0757D49449B9}"/>
              </a:ext>
            </a:extLst>
          </p:cNvPr>
          <p:cNvCxnSpPr>
            <a:cxnSpLocks/>
            <a:stCxn id="31" idx="3"/>
            <a:endCxn id="55" idx="2"/>
          </p:cNvCxnSpPr>
          <p:nvPr/>
        </p:nvCxnSpPr>
        <p:spPr>
          <a:xfrm flipV="1">
            <a:off x="654194" y="3317949"/>
            <a:ext cx="558802" cy="504094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04CF216-80D3-092B-7D35-5AF48AE07226}"/>
              </a:ext>
            </a:extLst>
          </p:cNvPr>
          <p:cNvCxnSpPr>
            <a:cxnSpLocks/>
            <a:stCxn id="31" idx="3"/>
            <a:endCxn id="56" idx="2"/>
          </p:cNvCxnSpPr>
          <p:nvPr/>
        </p:nvCxnSpPr>
        <p:spPr>
          <a:xfrm>
            <a:off x="654194" y="3822043"/>
            <a:ext cx="560875" cy="40315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90D0AD8-4865-7F15-94AE-D482FFDECEEF}"/>
              </a:ext>
            </a:extLst>
          </p:cNvPr>
          <p:cNvCxnSpPr>
            <a:cxnSpLocks/>
            <a:stCxn id="31" idx="3"/>
            <a:endCxn id="57" idx="2"/>
          </p:cNvCxnSpPr>
          <p:nvPr/>
        </p:nvCxnSpPr>
        <p:spPr>
          <a:xfrm>
            <a:off x="654194" y="3822043"/>
            <a:ext cx="560876" cy="584724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47EBF9-6BD2-D2E6-C6D6-BF9FEB4CDF1F}"/>
              </a:ext>
            </a:extLst>
          </p:cNvPr>
          <p:cNvGrpSpPr/>
          <p:nvPr/>
        </p:nvGrpSpPr>
        <p:grpSpPr>
          <a:xfrm>
            <a:off x="775565" y="2011699"/>
            <a:ext cx="1317855" cy="3255303"/>
            <a:chOff x="2290518" y="1609165"/>
            <a:chExt cx="1039907" cy="291801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16F95E-5256-1C24-1E68-7025E6E6375E}"/>
                </a:ext>
              </a:extLst>
            </p:cNvPr>
            <p:cNvSpPr txBox="1"/>
            <p:nvPr/>
          </p:nvSpPr>
          <p:spPr>
            <a:xfrm>
              <a:off x="2290518" y="1665141"/>
              <a:ext cx="1039907" cy="8000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6"/>
                  </a:solidFill>
                </a:rPr>
                <a:t>Indiv</a:t>
              </a:r>
              <a:endParaRPr lang="en-US" sz="2000" b="1" dirty="0">
                <a:solidFill>
                  <a:schemeClr val="accent6"/>
                </a:solidFill>
              </a:endParaRPr>
            </a:p>
            <a:p>
              <a:endParaRPr lang="en-US" sz="3200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1B97BFD8-5654-7B6E-6CB8-76A64FE3F4F2}"/>
                </a:ext>
              </a:extLst>
            </p:cNvPr>
            <p:cNvSpPr/>
            <p:nvPr/>
          </p:nvSpPr>
          <p:spPr>
            <a:xfrm>
              <a:off x="2362199" y="1609165"/>
              <a:ext cx="851655" cy="2918011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C3C949-B1F3-212B-AD1B-089AC06F9F59}"/>
              </a:ext>
            </a:extLst>
          </p:cNvPr>
          <p:cNvGrpSpPr/>
          <p:nvPr/>
        </p:nvGrpSpPr>
        <p:grpSpPr>
          <a:xfrm>
            <a:off x="2017651" y="2640868"/>
            <a:ext cx="318836" cy="1967997"/>
            <a:chOff x="3436419" y="1751819"/>
            <a:chExt cx="714504" cy="441023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D026A02-E8C8-51B2-267E-303FCBE37304}"/>
                </a:ext>
              </a:extLst>
            </p:cNvPr>
            <p:cNvSpPr/>
            <p:nvPr/>
          </p:nvSpPr>
          <p:spPr>
            <a:xfrm>
              <a:off x="3445153" y="1751819"/>
              <a:ext cx="705770" cy="991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FACFA0-8B2E-5C51-B0F0-2490E89CC2B9}"/>
                </a:ext>
              </a:extLst>
            </p:cNvPr>
            <p:cNvSpPr/>
            <p:nvPr/>
          </p:nvSpPr>
          <p:spPr>
            <a:xfrm>
              <a:off x="3436419" y="2891496"/>
              <a:ext cx="705770" cy="991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70314D7-B988-06F0-254B-B6D1EFFDCA94}"/>
                </a:ext>
              </a:extLst>
            </p:cNvPr>
            <p:cNvSpPr/>
            <p:nvPr/>
          </p:nvSpPr>
          <p:spPr>
            <a:xfrm>
              <a:off x="3445151" y="4034940"/>
              <a:ext cx="705770" cy="991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21D8C0-B541-4815-91F5-10EE672A0693}"/>
                </a:ext>
              </a:extLst>
            </p:cNvPr>
            <p:cNvSpPr/>
            <p:nvPr/>
          </p:nvSpPr>
          <p:spPr>
            <a:xfrm>
              <a:off x="3444997" y="5170375"/>
              <a:ext cx="705770" cy="9916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10F59B-9063-4867-002B-86B8F9FF58B1}"/>
              </a:ext>
            </a:extLst>
          </p:cNvPr>
          <p:cNvCxnSpPr>
            <a:stCxn id="54" idx="6"/>
            <a:endCxn id="46" idx="1"/>
          </p:cNvCxnSpPr>
          <p:nvPr/>
        </p:nvCxnSpPr>
        <p:spPr>
          <a:xfrm>
            <a:off x="1625208" y="2773151"/>
            <a:ext cx="396340" cy="8897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8AE0383-E92A-918F-CC49-6688C660B86A}"/>
              </a:ext>
            </a:extLst>
          </p:cNvPr>
          <p:cNvCxnSpPr>
            <a:stCxn id="55" idx="6"/>
            <a:endCxn id="47" idx="1"/>
          </p:cNvCxnSpPr>
          <p:nvPr/>
        </p:nvCxnSpPr>
        <p:spPr>
          <a:xfrm>
            <a:off x="1625208" y="3317949"/>
            <a:ext cx="392443" cy="5274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012D8E-2846-20A9-14E3-CCFDEA7815A5}"/>
              </a:ext>
            </a:extLst>
          </p:cNvPr>
          <p:cNvCxnSpPr>
            <a:stCxn id="56" idx="6"/>
            <a:endCxn id="48" idx="1"/>
          </p:cNvCxnSpPr>
          <p:nvPr/>
        </p:nvCxnSpPr>
        <p:spPr>
          <a:xfrm>
            <a:off x="1627281" y="3862358"/>
            <a:ext cx="394267" cy="18577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663226-C1CE-8AEE-C854-1EAF38B00B4A}"/>
              </a:ext>
            </a:extLst>
          </p:cNvPr>
          <p:cNvCxnSpPr>
            <a:stCxn id="57" idx="6"/>
            <a:endCxn id="49" idx="1"/>
          </p:cNvCxnSpPr>
          <p:nvPr/>
        </p:nvCxnSpPr>
        <p:spPr>
          <a:xfrm flipV="1">
            <a:off x="1627282" y="4387605"/>
            <a:ext cx="394197" cy="19162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883156-BC63-8E6B-770E-6CC73D973167}"/>
              </a:ext>
            </a:extLst>
          </p:cNvPr>
          <p:cNvCxnSpPr>
            <a:cxnSpLocks/>
            <a:stCxn id="46" idx="3"/>
            <a:endCxn id="52" idx="2"/>
          </p:cNvCxnSpPr>
          <p:nvPr/>
        </p:nvCxnSpPr>
        <p:spPr>
          <a:xfrm>
            <a:off x="2336487" y="2862129"/>
            <a:ext cx="436516" cy="465385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3E6C20-3368-4064-2D42-4C297CA0C9DC}"/>
              </a:ext>
            </a:extLst>
          </p:cNvPr>
          <p:cNvCxnSpPr>
            <a:stCxn id="47" idx="3"/>
            <a:endCxn id="52" idx="2"/>
          </p:cNvCxnSpPr>
          <p:nvPr/>
        </p:nvCxnSpPr>
        <p:spPr>
          <a:xfrm flipV="1">
            <a:off x="2332590" y="3327514"/>
            <a:ext cx="440413" cy="4317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3AF8CA-205C-DEEE-4D24-1B9EA39902A4}"/>
              </a:ext>
            </a:extLst>
          </p:cNvPr>
          <p:cNvCxnSpPr>
            <a:stCxn id="48" idx="3"/>
            <a:endCxn id="53" idx="2"/>
          </p:cNvCxnSpPr>
          <p:nvPr/>
        </p:nvCxnSpPr>
        <p:spPr>
          <a:xfrm>
            <a:off x="2336487" y="3880935"/>
            <a:ext cx="436516" cy="1616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D554783-E635-A41A-19FF-BF3ECCB4DD21}"/>
              </a:ext>
            </a:extLst>
          </p:cNvPr>
          <p:cNvCxnSpPr>
            <a:stCxn id="49" idx="3"/>
            <a:endCxn id="53" idx="2"/>
          </p:cNvCxnSpPr>
          <p:nvPr/>
        </p:nvCxnSpPr>
        <p:spPr>
          <a:xfrm flipV="1">
            <a:off x="2336418" y="3897098"/>
            <a:ext cx="436585" cy="490507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34E00DF-D112-D8B0-A823-FC1B9A918D50}"/>
              </a:ext>
            </a:extLst>
          </p:cNvPr>
          <p:cNvSpPr/>
          <p:nvPr/>
        </p:nvSpPr>
        <p:spPr>
          <a:xfrm>
            <a:off x="5500178" y="2234744"/>
            <a:ext cx="379897" cy="40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77EBBFC-DCB5-ACEB-E3A1-7D7B93B0A8D1}"/>
              </a:ext>
            </a:extLst>
          </p:cNvPr>
          <p:cNvGrpSpPr/>
          <p:nvPr/>
        </p:nvGrpSpPr>
        <p:grpSpPr>
          <a:xfrm>
            <a:off x="4612715" y="1712374"/>
            <a:ext cx="433450" cy="960431"/>
            <a:chOff x="2661401" y="2604643"/>
            <a:chExt cx="285510" cy="632628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B47EC8F-4239-034C-73E7-1FB58851C8BF}"/>
                </a:ext>
              </a:extLst>
            </p:cNvPr>
            <p:cNvSpPr/>
            <p:nvPr/>
          </p:nvSpPr>
          <p:spPr>
            <a:xfrm>
              <a:off x="2661401" y="2604643"/>
              <a:ext cx="283277" cy="2832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5C285D2-CE8C-7B78-B079-D140FBE17F4F}"/>
                </a:ext>
              </a:extLst>
            </p:cNvPr>
            <p:cNvSpPr/>
            <p:nvPr/>
          </p:nvSpPr>
          <p:spPr>
            <a:xfrm>
              <a:off x="2663634" y="2953995"/>
              <a:ext cx="283277" cy="2832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C159549-0C42-CD74-8890-91CAF3AB838E}"/>
              </a:ext>
            </a:extLst>
          </p:cNvPr>
          <p:cNvCxnSpPr>
            <a:cxnSpLocks/>
            <a:stCxn id="81" idx="6"/>
            <a:endCxn id="159" idx="1"/>
          </p:cNvCxnSpPr>
          <p:nvPr/>
        </p:nvCxnSpPr>
        <p:spPr>
          <a:xfrm>
            <a:off x="5042775" y="1927404"/>
            <a:ext cx="457403" cy="3681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B8EF8BB-0D40-01F4-35E7-E9FEFD3CAF09}"/>
              </a:ext>
            </a:extLst>
          </p:cNvPr>
          <p:cNvCxnSpPr>
            <a:cxnSpLocks/>
            <a:stCxn id="82" idx="6"/>
            <a:endCxn id="61" idx="1"/>
          </p:cNvCxnSpPr>
          <p:nvPr/>
        </p:nvCxnSpPr>
        <p:spPr>
          <a:xfrm flipV="1">
            <a:off x="5046165" y="2437368"/>
            <a:ext cx="454013" cy="2040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C1B9D09-9753-AA12-5E64-6F234ACE56CE}"/>
              </a:ext>
            </a:extLst>
          </p:cNvPr>
          <p:cNvGrpSpPr/>
          <p:nvPr/>
        </p:nvGrpSpPr>
        <p:grpSpPr>
          <a:xfrm>
            <a:off x="6351227" y="1706503"/>
            <a:ext cx="430991" cy="948398"/>
            <a:chOff x="6234952" y="1863964"/>
            <a:chExt cx="443753" cy="976481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E916DFD-648F-DF0B-13FA-EF121502BDB7}"/>
                </a:ext>
              </a:extLst>
            </p:cNvPr>
            <p:cNvSpPr/>
            <p:nvPr/>
          </p:nvSpPr>
          <p:spPr>
            <a:xfrm>
              <a:off x="6234952" y="1863964"/>
              <a:ext cx="443753" cy="44375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0AC49FB-588D-4405-F9BC-776EAF8423F3}"/>
                </a:ext>
              </a:extLst>
            </p:cNvPr>
            <p:cNvSpPr/>
            <p:nvPr/>
          </p:nvSpPr>
          <p:spPr>
            <a:xfrm>
              <a:off x="6234952" y="2396692"/>
              <a:ext cx="443753" cy="44375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5F74638-0C3E-5077-7E4E-9FE19FE44650}"/>
              </a:ext>
            </a:extLst>
          </p:cNvPr>
          <p:cNvCxnSpPr>
            <a:cxnSpLocks/>
            <a:stCxn id="61" idx="3"/>
            <a:endCxn id="80" idx="2"/>
          </p:cNvCxnSpPr>
          <p:nvPr/>
        </p:nvCxnSpPr>
        <p:spPr>
          <a:xfrm>
            <a:off x="5880075" y="2437368"/>
            <a:ext cx="471152" cy="203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4FC89CD-8299-9EFF-336D-CD30A13F4B3A}"/>
              </a:ext>
            </a:extLst>
          </p:cNvPr>
          <p:cNvGrpSpPr/>
          <p:nvPr/>
        </p:nvGrpSpPr>
        <p:grpSpPr>
          <a:xfrm>
            <a:off x="7244563" y="1724450"/>
            <a:ext cx="334694" cy="914743"/>
            <a:chOff x="6724841" y="1876216"/>
            <a:chExt cx="363072" cy="99230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341CFF0-01B8-5DB9-B22B-B93901F73E7F}"/>
                </a:ext>
              </a:extLst>
            </p:cNvPr>
            <p:cNvSpPr/>
            <p:nvPr/>
          </p:nvSpPr>
          <p:spPr>
            <a:xfrm>
              <a:off x="6724841" y="1876216"/>
              <a:ext cx="363071" cy="4284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D3EAC39-4B95-C390-F01F-9C04379ACE41}"/>
                </a:ext>
              </a:extLst>
            </p:cNvPr>
            <p:cNvSpPr/>
            <p:nvPr/>
          </p:nvSpPr>
          <p:spPr>
            <a:xfrm>
              <a:off x="6724842" y="2472638"/>
              <a:ext cx="363071" cy="3958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769B34-EADC-DB37-6C07-D302132B4CD6}"/>
              </a:ext>
            </a:extLst>
          </p:cNvPr>
          <p:cNvCxnSpPr>
            <a:cxnSpLocks/>
            <a:stCxn id="79" idx="6"/>
            <a:endCxn id="77" idx="1"/>
          </p:cNvCxnSpPr>
          <p:nvPr/>
        </p:nvCxnSpPr>
        <p:spPr>
          <a:xfrm flipV="1">
            <a:off x="6782218" y="1921946"/>
            <a:ext cx="462345" cy="5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615AA88-938C-141E-5BE9-53078DB692E1}"/>
              </a:ext>
            </a:extLst>
          </p:cNvPr>
          <p:cNvCxnSpPr>
            <a:cxnSpLocks/>
            <a:stCxn id="80" idx="6"/>
            <a:endCxn id="78" idx="1"/>
          </p:cNvCxnSpPr>
          <p:nvPr/>
        </p:nvCxnSpPr>
        <p:spPr>
          <a:xfrm>
            <a:off x="6782218" y="2439406"/>
            <a:ext cx="462346" cy="1731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D110603-8361-FB64-F447-25B848CB58D5}"/>
              </a:ext>
            </a:extLst>
          </p:cNvPr>
          <p:cNvGrpSpPr/>
          <p:nvPr/>
        </p:nvGrpSpPr>
        <p:grpSpPr>
          <a:xfrm>
            <a:off x="5864928" y="1327985"/>
            <a:ext cx="1415691" cy="1843088"/>
            <a:chOff x="2228352" y="2088630"/>
            <a:chExt cx="1039907" cy="243854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D1D861-F0F4-3ECF-788E-51DDCCB29992}"/>
                </a:ext>
              </a:extLst>
            </p:cNvPr>
            <p:cNvSpPr txBox="1"/>
            <p:nvPr/>
          </p:nvSpPr>
          <p:spPr>
            <a:xfrm>
              <a:off x="2228352" y="2088630"/>
              <a:ext cx="1039907" cy="561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5"/>
                  </a:solidFill>
                </a:rPr>
                <a:t>freq</a:t>
              </a:r>
              <a:endParaRPr lang="en-US" sz="2000" b="1" dirty="0">
                <a:solidFill>
                  <a:schemeClr val="accent5"/>
                </a:solidFill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1AD7DAC7-6F5A-219B-F344-E679C766A784}"/>
                </a:ext>
              </a:extLst>
            </p:cNvPr>
            <p:cNvSpPr/>
            <p:nvPr/>
          </p:nvSpPr>
          <p:spPr>
            <a:xfrm>
              <a:off x="2398088" y="2091103"/>
              <a:ext cx="654576" cy="2436072"/>
            </a:xfrm>
            <a:prstGeom prst="round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9A2215-894A-EF09-850B-0F07FF4C9FEB}"/>
              </a:ext>
            </a:extLst>
          </p:cNvPr>
          <p:cNvGrpSpPr/>
          <p:nvPr/>
        </p:nvGrpSpPr>
        <p:grpSpPr>
          <a:xfrm>
            <a:off x="200025" y="1855173"/>
            <a:ext cx="3954152" cy="3638786"/>
            <a:chOff x="392845" y="1237761"/>
            <a:chExt cx="6165683" cy="5140778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124AAE86-1ADF-5371-081C-A721C693AF05}"/>
                </a:ext>
              </a:extLst>
            </p:cNvPr>
            <p:cNvSpPr/>
            <p:nvPr/>
          </p:nvSpPr>
          <p:spPr>
            <a:xfrm>
              <a:off x="392845" y="1237761"/>
              <a:ext cx="5462280" cy="5140778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78C6276-FC94-F902-96A7-9DE3B2952774}"/>
                </a:ext>
              </a:extLst>
            </p:cNvPr>
            <p:cNvSpPr txBox="1"/>
            <p:nvPr/>
          </p:nvSpPr>
          <p:spPr>
            <a:xfrm>
              <a:off x="2347480" y="1387059"/>
              <a:ext cx="4211048" cy="739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</a:rPr>
                <a:t>DAG (1)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DC0B56A-F038-A064-E3E0-5B4BD06F612D}"/>
              </a:ext>
            </a:extLst>
          </p:cNvPr>
          <p:cNvGrpSpPr/>
          <p:nvPr/>
        </p:nvGrpSpPr>
        <p:grpSpPr>
          <a:xfrm>
            <a:off x="4063998" y="881319"/>
            <a:ext cx="3679889" cy="2406467"/>
            <a:chOff x="392845" y="1591020"/>
            <a:chExt cx="5462280" cy="4579364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42014BCD-F78C-A8C7-34D9-982722D39E88}"/>
                </a:ext>
              </a:extLst>
            </p:cNvPr>
            <p:cNvSpPr/>
            <p:nvPr/>
          </p:nvSpPr>
          <p:spPr>
            <a:xfrm>
              <a:off x="392845" y="1630070"/>
              <a:ext cx="5462280" cy="4540314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A591048-4BAD-758B-EF59-90428EC5B8F1}"/>
                </a:ext>
              </a:extLst>
            </p:cNvPr>
            <p:cNvSpPr txBox="1"/>
            <p:nvPr/>
          </p:nvSpPr>
          <p:spPr>
            <a:xfrm>
              <a:off x="678596" y="1591020"/>
              <a:ext cx="4211049" cy="995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</a:rPr>
                <a:t>DAG (2)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72AA30B-49D0-CEA0-6A5B-F0961BC0CFA4}"/>
              </a:ext>
            </a:extLst>
          </p:cNvPr>
          <p:cNvSpPr/>
          <p:nvPr/>
        </p:nvSpPr>
        <p:spPr>
          <a:xfrm>
            <a:off x="350313" y="2736285"/>
            <a:ext cx="309471" cy="434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AEDA22-8C69-DD40-3722-6F1946473637}"/>
              </a:ext>
            </a:extLst>
          </p:cNvPr>
          <p:cNvCxnSpPr>
            <a:cxnSpLocks/>
            <a:stCxn id="101" idx="3"/>
            <a:endCxn id="54" idx="3"/>
          </p:cNvCxnSpPr>
          <p:nvPr/>
        </p:nvCxnSpPr>
        <p:spPr>
          <a:xfrm flipV="1">
            <a:off x="659784" y="2918890"/>
            <a:ext cx="613579" cy="34815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23ABDAC-9409-C12B-C8BF-894957BDA39C}"/>
              </a:ext>
            </a:extLst>
          </p:cNvPr>
          <p:cNvCxnSpPr>
            <a:cxnSpLocks/>
            <a:stCxn id="101" idx="3"/>
            <a:endCxn id="55" idx="2"/>
          </p:cNvCxnSpPr>
          <p:nvPr/>
        </p:nvCxnSpPr>
        <p:spPr>
          <a:xfrm>
            <a:off x="659784" y="2953705"/>
            <a:ext cx="553212" cy="364244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4B59060-6E28-B020-1B32-48952B419CA3}"/>
              </a:ext>
            </a:extLst>
          </p:cNvPr>
          <p:cNvCxnSpPr>
            <a:cxnSpLocks/>
            <a:stCxn id="101" idx="3"/>
            <a:endCxn id="56" idx="2"/>
          </p:cNvCxnSpPr>
          <p:nvPr/>
        </p:nvCxnSpPr>
        <p:spPr>
          <a:xfrm>
            <a:off x="659784" y="2953705"/>
            <a:ext cx="555285" cy="90865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071CFA4-83F7-43E0-97FD-5DAB5326DB24}"/>
              </a:ext>
            </a:extLst>
          </p:cNvPr>
          <p:cNvCxnSpPr>
            <a:cxnSpLocks/>
            <a:stCxn id="101" idx="3"/>
            <a:endCxn id="57" idx="2"/>
          </p:cNvCxnSpPr>
          <p:nvPr/>
        </p:nvCxnSpPr>
        <p:spPr>
          <a:xfrm>
            <a:off x="659784" y="2953705"/>
            <a:ext cx="555286" cy="1453062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5F43358-54D9-92F6-F047-C694239CF338}"/>
              </a:ext>
            </a:extLst>
          </p:cNvPr>
          <p:cNvSpPr txBox="1"/>
          <p:nvPr/>
        </p:nvSpPr>
        <p:spPr>
          <a:xfrm>
            <a:off x="749712" y="4534360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accent6"/>
                </a:solidFill>
              </a:rPr>
              <a:t>(300 tasks)</a:t>
            </a:r>
          </a:p>
          <a:p>
            <a:endParaRPr lang="en-US" sz="3200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065F6FB-32A7-AABD-9E5F-02650E6BDC78}"/>
              </a:ext>
            </a:extLst>
          </p:cNvPr>
          <p:cNvCxnSpPr>
            <a:cxnSpLocks/>
            <a:stCxn id="48" idx="3"/>
            <a:endCxn id="52" idx="2"/>
          </p:cNvCxnSpPr>
          <p:nvPr/>
        </p:nvCxnSpPr>
        <p:spPr>
          <a:xfrm flipV="1">
            <a:off x="2336487" y="3327514"/>
            <a:ext cx="436516" cy="553421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15B9FAD-EBB0-18BD-3DD6-5898129E95FE}"/>
              </a:ext>
            </a:extLst>
          </p:cNvPr>
          <p:cNvCxnSpPr>
            <a:cxnSpLocks/>
            <a:stCxn id="49" idx="3"/>
            <a:endCxn id="52" idx="2"/>
          </p:cNvCxnSpPr>
          <p:nvPr/>
        </p:nvCxnSpPr>
        <p:spPr>
          <a:xfrm flipV="1">
            <a:off x="2336418" y="3327514"/>
            <a:ext cx="436585" cy="1060091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33D19E6-0D93-BE58-0725-6E1B2DA1B7F8}"/>
              </a:ext>
            </a:extLst>
          </p:cNvPr>
          <p:cNvCxnSpPr>
            <a:cxnSpLocks/>
            <a:stCxn id="46" idx="3"/>
            <a:endCxn id="53" idx="2"/>
          </p:cNvCxnSpPr>
          <p:nvPr/>
        </p:nvCxnSpPr>
        <p:spPr>
          <a:xfrm>
            <a:off x="2336487" y="2862129"/>
            <a:ext cx="436516" cy="1034969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B6B162F-70AB-77D4-EC84-A4BB8E090453}"/>
              </a:ext>
            </a:extLst>
          </p:cNvPr>
          <p:cNvCxnSpPr>
            <a:cxnSpLocks/>
            <a:stCxn id="47" idx="3"/>
            <a:endCxn id="53" idx="2"/>
          </p:cNvCxnSpPr>
          <p:nvPr/>
        </p:nvCxnSpPr>
        <p:spPr>
          <a:xfrm>
            <a:off x="2332590" y="3370692"/>
            <a:ext cx="440413" cy="526406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702434A-9152-FCF3-ADF6-2B67E3329797}"/>
              </a:ext>
            </a:extLst>
          </p:cNvPr>
          <p:cNvSpPr txBox="1"/>
          <p:nvPr/>
        </p:nvSpPr>
        <p:spPr>
          <a:xfrm>
            <a:off x="2303688" y="4050056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</a:rPr>
              <a:t>(10 tasks)</a:t>
            </a:r>
          </a:p>
          <a:p>
            <a:endParaRPr lang="en-US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5BEB095-A233-302C-ECE1-71EA69054970}"/>
              </a:ext>
            </a:extLst>
          </p:cNvPr>
          <p:cNvSpPr/>
          <p:nvPr/>
        </p:nvSpPr>
        <p:spPr>
          <a:xfrm>
            <a:off x="5500178" y="1740848"/>
            <a:ext cx="379897" cy="446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0E35B7E-B5D9-A03B-79E4-15EDC5351C26}"/>
              </a:ext>
            </a:extLst>
          </p:cNvPr>
          <p:cNvGrpSpPr/>
          <p:nvPr/>
        </p:nvGrpSpPr>
        <p:grpSpPr>
          <a:xfrm>
            <a:off x="3932850" y="1308212"/>
            <a:ext cx="1798886" cy="2403640"/>
            <a:chOff x="3696968" y="1254172"/>
            <a:chExt cx="1604716" cy="2144193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97985F9-2A4A-E8DE-2286-E59915E67D82}"/>
                </a:ext>
              </a:extLst>
            </p:cNvPr>
            <p:cNvGrpSpPr/>
            <p:nvPr/>
          </p:nvGrpSpPr>
          <p:grpSpPr>
            <a:xfrm>
              <a:off x="3696968" y="1254172"/>
              <a:ext cx="1604716" cy="1676084"/>
              <a:chOff x="2255162" y="2085280"/>
              <a:chExt cx="1039907" cy="2275605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478ACC4-8C15-81CD-B723-5DD6AC121BCD}"/>
                  </a:ext>
                </a:extLst>
              </p:cNvPr>
              <p:cNvSpPr txBox="1"/>
              <p:nvPr/>
            </p:nvSpPr>
            <p:spPr>
              <a:xfrm>
                <a:off x="2255162" y="2085280"/>
                <a:ext cx="1039907" cy="1018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2"/>
                    </a:solidFill>
                  </a:rPr>
                  <a:t>merge</a:t>
                </a:r>
              </a:p>
              <a:p>
                <a:endParaRPr lang="en-US" sz="3200" dirty="0"/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2A50C941-ABA2-6A1D-09D3-BD99F3CBCE96}"/>
                  </a:ext>
                </a:extLst>
              </p:cNvPr>
              <p:cNvSpPr/>
              <p:nvPr/>
            </p:nvSpPr>
            <p:spPr>
              <a:xfrm>
                <a:off x="2499223" y="2116030"/>
                <a:ext cx="523728" cy="2244855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AF2CB6F0-0938-EA7C-B974-9ED0EF9468E5}"/>
                </a:ext>
              </a:extLst>
            </p:cNvPr>
            <p:cNvSpPr txBox="1"/>
            <p:nvPr/>
          </p:nvSpPr>
          <p:spPr>
            <a:xfrm>
              <a:off x="3897985" y="2437421"/>
              <a:ext cx="1177406" cy="960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…</a:t>
              </a:r>
            </a:p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(10 tasks)</a:t>
              </a:r>
            </a:p>
            <a:p>
              <a:endParaRPr lang="en-US" sz="3200" dirty="0"/>
            </a:p>
          </p:txBody>
        </p:sp>
      </p:grp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3755B2F-1BFC-F920-B4B7-1A6523B0A3E5}"/>
              </a:ext>
            </a:extLst>
          </p:cNvPr>
          <p:cNvCxnSpPr>
            <a:cxnSpLocks/>
            <a:stCxn id="159" idx="3"/>
            <a:endCxn id="79" idx="2"/>
          </p:cNvCxnSpPr>
          <p:nvPr/>
        </p:nvCxnSpPr>
        <p:spPr>
          <a:xfrm flipV="1">
            <a:off x="5880075" y="1921999"/>
            <a:ext cx="471152" cy="4221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B0038837-6EA4-2907-317C-1CEF7CE27854}"/>
              </a:ext>
            </a:extLst>
          </p:cNvPr>
          <p:cNvSpPr txBox="1"/>
          <p:nvPr/>
        </p:nvSpPr>
        <p:spPr>
          <a:xfrm>
            <a:off x="5901984" y="2637542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(10 tasks)</a:t>
            </a:r>
          </a:p>
          <a:p>
            <a:endParaRPr lang="en-US" sz="32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F61AA1F-7BA9-198A-4F36-0CFD935CF466}"/>
              </a:ext>
            </a:extLst>
          </p:cNvPr>
          <p:cNvGrpSpPr/>
          <p:nvPr/>
        </p:nvGrpSpPr>
        <p:grpSpPr>
          <a:xfrm>
            <a:off x="4063998" y="3586508"/>
            <a:ext cx="3739964" cy="2265318"/>
            <a:chOff x="392845" y="464698"/>
            <a:chExt cx="5462280" cy="5913841"/>
          </a:xfrm>
        </p:grpSpPr>
        <p:sp>
          <p:nvSpPr>
            <p:cNvPr id="231" name="Rectangle: Rounded Corners 230">
              <a:extLst>
                <a:ext uri="{FF2B5EF4-FFF2-40B4-BE49-F238E27FC236}">
                  <a16:creationId xmlns:a16="http://schemas.microsoft.com/office/drawing/2014/main" id="{F1F6D404-B4D6-B792-A6F1-92F3B247CDE8}"/>
                </a:ext>
              </a:extLst>
            </p:cNvPr>
            <p:cNvSpPr/>
            <p:nvPr/>
          </p:nvSpPr>
          <p:spPr>
            <a:xfrm>
              <a:off x="392845" y="479461"/>
              <a:ext cx="5462280" cy="5899078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09C5798B-C853-93F5-7869-297F253ED585}"/>
                </a:ext>
              </a:extLst>
            </p:cNvPr>
            <p:cNvSpPr txBox="1"/>
            <p:nvPr/>
          </p:nvSpPr>
          <p:spPr>
            <a:xfrm>
              <a:off x="975027" y="464698"/>
              <a:ext cx="4211049" cy="1001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</a:rPr>
                <a:t>DAG (3)</a:t>
              </a:r>
            </a:p>
          </p:txBody>
        </p:sp>
      </p:grpSp>
      <p:sp>
        <p:nvSpPr>
          <p:cNvPr id="238" name="Rectangle 237">
            <a:extLst>
              <a:ext uri="{FF2B5EF4-FFF2-40B4-BE49-F238E27FC236}">
                <a16:creationId xmlns:a16="http://schemas.microsoft.com/office/drawing/2014/main" id="{4C790107-7CBB-7701-7EAC-85BC80C30186}"/>
              </a:ext>
            </a:extLst>
          </p:cNvPr>
          <p:cNvSpPr/>
          <p:nvPr/>
        </p:nvSpPr>
        <p:spPr>
          <a:xfrm>
            <a:off x="9649190" y="2169429"/>
            <a:ext cx="379897" cy="40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DD0377F-1F88-DD52-22D8-9C6B2CE85AD4}"/>
              </a:ext>
            </a:extLst>
          </p:cNvPr>
          <p:cNvGrpSpPr/>
          <p:nvPr/>
        </p:nvGrpSpPr>
        <p:grpSpPr>
          <a:xfrm>
            <a:off x="8761727" y="1738500"/>
            <a:ext cx="433450" cy="960431"/>
            <a:chOff x="2661401" y="2604643"/>
            <a:chExt cx="285510" cy="632628"/>
          </a:xfrm>
          <a:solidFill>
            <a:schemeClr val="bg2">
              <a:lumMod val="50000"/>
            </a:schemeClr>
          </a:solidFill>
        </p:grpSpPr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8E8AE3C0-40EC-1566-DECC-072DF19ECF7D}"/>
                </a:ext>
              </a:extLst>
            </p:cNvPr>
            <p:cNvSpPr/>
            <p:nvPr/>
          </p:nvSpPr>
          <p:spPr>
            <a:xfrm>
              <a:off x="2661401" y="2604643"/>
              <a:ext cx="283277" cy="283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BC2B2055-0C3E-74F4-C7B9-AFADAA887D90}"/>
                </a:ext>
              </a:extLst>
            </p:cNvPr>
            <p:cNvSpPr/>
            <p:nvPr/>
          </p:nvSpPr>
          <p:spPr>
            <a:xfrm>
              <a:off x="2663634" y="2953995"/>
              <a:ext cx="283277" cy="283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F89DCD05-30EB-8B61-441D-152F7405FDF8}"/>
              </a:ext>
            </a:extLst>
          </p:cNvPr>
          <p:cNvCxnSpPr>
            <a:cxnSpLocks/>
            <a:stCxn id="240" idx="6"/>
            <a:endCxn id="263" idx="1"/>
          </p:cNvCxnSpPr>
          <p:nvPr/>
        </p:nvCxnSpPr>
        <p:spPr>
          <a:xfrm flipV="1">
            <a:off x="9191787" y="1898902"/>
            <a:ext cx="457403" cy="5462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1C75EBA1-7B3A-2505-6CAA-C39E4ABB9FC2}"/>
              </a:ext>
            </a:extLst>
          </p:cNvPr>
          <p:cNvCxnSpPr>
            <a:cxnSpLocks/>
            <a:stCxn id="241" idx="6"/>
            <a:endCxn id="238" idx="1"/>
          </p:cNvCxnSpPr>
          <p:nvPr/>
        </p:nvCxnSpPr>
        <p:spPr>
          <a:xfrm flipV="1">
            <a:off x="9195177" y="2372053"/>
            <a:ext cx="454013" cy="111849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A182587-18E0-ABB9-8CBC-11053AA1FD6F}"/>
              </a:ext>
            </a:extLst>
          </p:cNvPr>
          <p:cNvGrpSpPr/>
          <p:nvPr/>
        </p:nvGrpSpPr>
        <p:grpSpPr>
          <a:xfrm>
            <a:off x="10513302" y="1732631"/>
            <a:ext cx="430991" cy="948398"/>
            <a:chOff x="6234952" y="1863964"/>
            <a:chExt cx="443753" cy="976481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0084EE65-E46E-6DFF-34C2-DB35432DA5B9}"/>
                </a:ext>
              </a:extLst>
            </p:cNvPr>
            <p:cNvSpPr/>
            <p:nvPr/>
          </p:nvSpPr>
          <p:spPr>
            <a:xfrm>
              <a:off x="6234952" y="1863964"/>
              <a:ext cx="443753" cy="44375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3688D911-EB95-9148-3DB1-5B5C330C5C34}"/>
                </a:ext>
              </a:extLst>
            </p:cNvPr>
            <p:cNvSpPr/>
            <p:nvPr/>
          </p:nvSpPr>
          <p:spPr>
            <a:xfrm>
              <a:off x="6234952" y="2396692"/>
              <a:ext cx="443753" cy="44375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54950AAE-C0A9-2F3F-63D4-7B30BD4A1E2D}"/>
              </a:ext>
            </a:extLst>
          </p:cNvPr>
          <p:cNvCxnSpPr>
            <a:cxnSpLocks/>
            <a:stCxn id="238" idx="3"/>
            <a:endCxn id="246" idx="2"/>
          </p:cNvCxnSpPr>
          <p:nvPr/>
        </p:nvCxnSpPr>
        <p:spPr>
          <a:xfrm>
            <a:off x="10029087" y="2372053"/>
            <a:ext cx="484215" cy="93481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83C7D2F-205A-E670-E443-05F49385B167}"/>
              </a:ext>
            </a:extLst>
          </p:cNvPr>
          <p:cNvGrpSpPr/>
          <p:nvPr/>
        </p:nvGrpSpPr>
        <p:grpSpPr>
          <a:xfrm>
            <a:off x="11404554" y="1740848"/>
            <a:ext cx="334694" cy="914743"/>
            <a:chOff x="6724841" y="1876216"/>
            <a:chExt cx="363072" cy="99230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D8F793B2-51DB-25ED-FE52-8284916F120F}"/>
                </a:ext>
              </a:extLst>
            </p:cNvPr>
            <p:cNvSpPr/>
            <p:nvPr/>
          </p:nvSpPr>
          <p:spPr>
            <a:xfrm>
              <a:off x="6724841" y="1876216"/>
              <a:ext cx="363071" cy="4284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43FB95AC-7469-6FF1-8AB6-BD0A6E1F3E05}"/>
                </a:ext>
              </a:extLst>
            </p:cNvPr>
            <p:cNvSpPr/>
            <p:nvPr/>
          </p:nvSpPr>
          <p:spPr>
            <a:xfrm>
              <a:off x="6724842" y="2472638"/>
              <a:ext cx="363071" cy="3958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F2F6300A-BB62-79E5-A72C-12199118B57A}"/>
              </a:ext>
            </a:extLst>
          </p:cNvPr>
          <p:cNvCxnSpPr>
            <a:cxnSpLocks/>
            <a:stCxn id="245" idx="6"/>
          </p:cNvCxnSpPr>
          <p:nvPr/>
        </p:nvCxnSpPr>
        <p:spPr>
          <a:xfrm flipV="1">
            <a:off x="10944293" y="1948074"/>
            <a:ext cx="462345" cy="5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36EEF8C2-5664-B91F-526E-34C3EBF62C6D}"/>
              </a:ext>
            </a:extLst>
          </p:cNvPr>
          <p:cNvCxnSpPr>
            <a:cxnSpLocks/>
            <a:stCxn id="246" idx="6"/>
          </p:cNvCxnSpPr>
          <p:nvPr/>
        </p:nvCxnSpPr>
        <p:spPr>
          <a:xfrm>
            <a:off x="10944293" y="2465534"/>
            <a:ext cx="462346" cy="1731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A08FD173-D2C9-B021-FCE2-C9DE7F8FD083}"/>
              </a:ext>
            </a:extLst>
          </p:cNvPr>
          <p:cNvGrpSpPr/>
          <p:nvPr/>
        </p:nvGrpSpPr>
        <p:grpSpPr>
          <a:xfrm>
            <a:off x="8102453" y="1415551"/>
            <a:ext cx="1798886" cy="1768124"/>
            <a:chOff x="2256153" y="2147218"/>
            <a:chExt cx="1039907" cy="2141453"/>
          </a:xfrm>
        </p:grpSpPr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A6140B13-7BFA-623D-CDD2-158F2DEAF5FB}"/>
                </a:ext>
              </a:extLst>
            </p:cNvPr>
            <p:cNvSpPr txBox="1"/>
            <p:nvPr/>
          </p:nvSpPr>
          <p:spPr>
            <a:xfrm>
              <a:off x="2256153" y="2147218"/>
              <a:ext cx="1039907" cy="12118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50000"/>
                    </a:schemeClr>
                  </a:solidFill>
                </a:rPr>
                <a:t>sift</a:t>
              </a:r>
            </a:p>
            <a:p>
              <a:endParaRPr lang="en-US" sz="3200" dirty="0"/>
            </a:p>
          </p:txBody>
        </p:sp>
        <p:sp>
          <p:nvSpPr>
            <p:cNvPr id="256" name="Rectangle: Rounded Corners 255">
              <a:extLst>
                <a:ext uri="{FF2B5EF4-FFF2-40B4-BE49-F238E27FC236}">
                  <a16:creationId xmlns:a16="http://schemas.microsoft.com/office/drawing/2014/main" id="{2C7C0B9D-38A6-327B-7AD6-2EB20AF53F6F}"/>
                </a:ext>
              </a:extLst>
            </p:cNvPr>
            <p:cNvSpPr/>
            <p:nvPr/>
          </p:nvSpPr>
          <p:spPr>
            <a:xfrm>
              <a:off x="2502783" y="2185700"/>
              <a:ext cx="549828" cy="2102971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F61E713A-5E45-88AD-C187-F476207D5399}"/>
              </a:ext>
            </a:extLst>
          </p:cNvPr>
          <p:cNvGrpSpPr/>
          <p:nvPr/>
        </p:nvGrpSpPr>
        <p:grpSpPr>
          <a:xfrm>
            <a:off x="10015913" y="1400863"/>
            <a:ext cx="1415691" cy="1767381"/>
            <a:chOff x="2220206" y="2175838"/>
            <a:chExt cx="1039907" cy="2351338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DCD99CBE-D14E-0E40-8474-66041A9347EC}"/>
                </a:ext>
              </a:extLst>
            </p:cNvPr>
            <p:cNvSpPr txBox="1"/>
            <p:nvPr/>
          </p:nvSpPr>
          <p:spPr>
            <a:xfrm>
              <a:off x="2220206" y="2175838"/>
              <a:ext cx="1039907" cy="5618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5"/>
                  </a:solidFill>
                </a:rPr>
                <a:t>freq</a:t>
              </a:r>
              <a:endParaRPr lang="en-US" sz="2000" b="1" dirty="0">
                <a:solidFill>
                  <a:schemeClr val="accent5"/>
                </a:solidFill>
              </a:endParaRPr>
            </a:p>
          </p:txBody>
        </p:sp>
        <p:sp>
          <p:nvSpPr>
            <p:cNvPr id="259" name="Rectangle: Rounded Corners 258">
              <a:extLst>
                <a:ext uri="{FF2B5EF4-FFF2-40B4-BE49-F238E27FC236}">
                  <a16:creationId xmlns:a16="http://schemas.microsoft.com/office/drawing/2014/main" id="{AC79E309-BEC3-4634-58B6-12F481776FC3}"/>
                </a:ext>
              </a:extLst>
            </p:cNvPr>
            <p:cNvSpPr/>
            <p:nvPr/>
          </p:nvSpPr>
          <p:spPr>
            <a:xfrm>
              <a:off x="2378686" y="2240789"/>
              <a:ext cx="736317" cy="2286387"/>
            </a:xfrm>
            <a:prstGeom prst="round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2E6D87CC-1352-B424-5438-A88F95C6FB5B}"/>
              </a:ext>
            </a:extLst>
          </p:cNvPr>
          <p:cNvGrpSpPr/>
          <p:nvPr/>
        </p:nvGrpSpPr>
        <p:grpSpPr>
          <a:xfrm>
            <a:off x="8187807" y="896997"/>
            <a:ext cx="3802304" cy="2361788"/>
            <a:chOff x="392845" y="1872948"/>
            <a:chExt cx="5462280" cy="4505591"/>
          </a:xfrm>
        </p:grpSpPr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1239C3A3-2EDB-1015-6DFF-A8D3DE6A0C11}"/>
                </a:ext>
              </a:extLst>
            </p:cNvPr>
            <p:cNvSpPr/>
            <p:nvPr/>
          </p:nvSpPr>
          <p:spPr>
            <a:xfrm>
              <a:off x="392845" y="1872948"/>
              <a:ext cx="5462280" cy="4505591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E34B64BF-B4FA-177F-91ED-0EE059DA9FCB}"/>
                </a:ext>
              </a:extLst>
            </p:cNvPr>
            <p:cNvSpPr txBox="1"/>
            <p:nvPr/>
          </p:nvSpPr>
          <p:spPr>
            <a:xfrm>
              <a:off x="765592" y="1975684"/>
              <a:ext cx="4211050" cy="99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</a:rPr>
                <a:t>DAG (4)</a:t>
              </a:r>
            </a:p>
          </p:txBody>
        </p:sp>
      </p:grpSp>
      <p:sp>
        <p:nvSpPr>
          <p:cNvPr id="263" name="Rectangle 262">
            <a:extLst>
              <a:ext uri="{FF2B5EF4-FFF2-40B4-BE49-F238E27FC236}">
                <a16:creationId xmlns:a16="http://schemas.microsoft.com/office/drawing/2014/main" id="{A9C40943-F3AB-D1BD-9A62-6A04759F5B1B}"/>
              </a:ext>
            </a:extLst>
          </p:cNvPr>
          <p:cNvSpPr/>
          <p:nvPr/>
        </p:nvSpPr>
        <p:spPr>
          <a:xfrm>
            <a:off x="9649190" y="1675533"/>
            <a:ext cx="379897" cy="446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CD6F603-B603-B79E-B1EF-C5E563603F7C}"/>
              </a:ext>
            </a:extLst>
          </p:cNvPr>
          <p:cNvSpPr txBox="1"/>
          <p:nvPr/>
        </p:nvSpPr>
        <p:spPr>
          <a:xfrm>
            <a:off x="8341959" y="2631201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(10 tasks)</a:t>
            </a:r>
          </a:p>
          <a:p>
            <a:endParaRPr lang="en-US" sz="3200" dirty="0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0DB27FAF-11E9-B686-FCF9-BCCD5F327122}"/>
              </a:ext>
            </a:extLst>
          </p:cNvPr>
          <p:cNvCxnSpPr>
            <a:cxnSpLocks/>
            <a:stCxn id="263" idx="3"/>
            <a:endCxn id="245" idx="2"/>
          </p:cNvCxnSpPr>
          <p:nvPr/>
        </p:nvCxnSpPr>
        <p:spPr>
          <a:xfrm>
            <a:off x="10029087" y="1898902"/>
            <a:ext cx="484215" cy="49225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3A3FCA7E-6B2C-1B8A-54DE-4917834EB5E5}"/>
              </a:ext>
            </a:extLst>
          </p:cNvPr>
          <p:cNvSpPr txBox="1"/>
          <p:nvPr/>
        </p:nvSpPr>
        <p:spPr>
          <a:xfrm>
            <a:off x="10063823" y="2610925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(10 tasks)</a:t>
            </a:r>
          </a:p>
          <a:p>
            <a:endParaRPr lang="en-US" sz="32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E1D8E7C-8970-917A-F3F7-A437C2621FAF}"/>
              </a:ext>
            </a:extLst>
          </p:cNvPr>
          <p:cNvSpPr/>
          <p:nvPr/>
        </p:nvSpPr>
        <p:spPr>
          <a:xfrm>
            <a:off x="9649190" y="4777221"/>
            <a:ext cx="379897" cy="40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E40E0A40-AA57-0F29-490E-6CC7EE2C5ED4}"/>
              </a:ext>
            </a:extLst>
          </p:cNvPr>
          <p:cNvGrpSpPr/>
          <p:nvPr/>
        </p:nvGrpSpPr>
        <p:grpSpPr>
          <a:xfrm>
            <a:off x="10511020" y="4319365"/>
            <a:ext cx="430991" cy="948398"/>
            <a:chOff x="6234952" y="1863964"/>
            <a:chExt cx="443753" cy="976481"/>
          </a:xfrm>
          <a:solidFill>
            <a:schemeClr val="accent2">
              <a:lumMod val="50000"/>
            </a:schemeClr>
          </a:solidFill>
        </p:grpSpPr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1708E09-5BBC-7CA7-7467-9A3FE21ACBF4}"/>
                </a:ext>
              </a:extLst>
            </p:cNvPr>
            <p:cNvSpPr/>
            <p:nvPr/>
          </p:nvSpPr>
          <p:spPr>
            <a:xfrm>
              <a:off x="6234952" y="1863964"/>
              <a:ext cx="443753" cy="443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EADE9BE-156B-2D12-4063-8062B1F82051}"/>
                </a:ext>
              </a:extLst>
            </p:cNvPr>
            <p:cNvSpPr/>
            <p:nvPr/>
          </p:nvSpPr>
          <p:spPr>
            <a:xfrm>
              <a:off x="6234952" y="2396692"/>
              <a:ext cx="443753" cy="443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B5800F7D-6BDF-C41F-1E70-F2F8D3959DD8}"/>
              </a:ext>
            </a:extLst>
          </p:cNvPr>
          <p:cNvCxnSpPr>
            <a:cxnSpLocks/>
            <a:stCxn id="268" idx="3"/>
            <a:endCxn id="276" idx="2"/>
          </p:cNvCxnSpPr>
          <p:nvPr/>
        </p:nvCxnSpPr>
        <p:spPr>
          <a:xfrm>
            <a:off x="10029087" y="4979845"/>
            <a:ext cx="481933" cy="72423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38C17634-7BDE-6197-1F87-EEA38234870C}"/>
              </a:ext>
            </a:extLst>
          </p:cNvPr>
          <p:cNvGrpSpPr/>
          <p:nvPr/>
        </p:nvGrpSpPr>
        <p:grpSpPr>
          <a:xfrm>
            <a:off x="11383695" y="4319849"/>
            <a:ext cx="334694" cy="914743"/>
            <a:chOff x="6724841" y="1876216"/>
            <a:chExt cx="363072" cy="99230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7F0FD5B1-0831-FCEC-C4DE-DFF31871D8A6}"/>
                </a:ext>
              </a:extLst>
            </p:cNvPr>
            <p:cNvSpPr/>
            <p:nvPr/>
          </p:nvSpPr>
          <p:spPr>
            <a:xfrm>
              <a:off x="6724841" y="1876216"/>
              <a:ext cx="363071" cy="4284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B9460B86-14C4-AC46-8604-1BD2F708FB56}"/>
                </a:ext>
              </a:extLst>
            </p:cNvPr>
            <p:cNvSpPr/>
            <p:nvPr/>
          </p:nvSpPr>
          <p:spPr>
            <a:xfrm>
              <a:off x="6724842" y="2472638"/>
              <a:ext cx="363071" cy="3958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E2F22D0C-770A-A9FB-81DF-62849BE8D126}"/>
              </a:ext>
            </a:extLst>
          </p:cNvPr>
          <p:cNvCxnSpPr>
            <a:cxnSpLocks/>
            <a:stCxn id="275" idx="6"/>
            <a:endCxn id="280" idx="1"/>
          </p:cNvCxnSpPr>
          <p:nvPr/>
        </p:nvCxnSpPr>
        <p:spPr>
          <a:xfrm flipV="1">
            <a:off x="10942011" y="4517345"/>
            <a:ext cx="441684" cy="17516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EF9942B-8AD0-3AA4-10D0-8A2EC4F07E1B}"/>
              </a:ext>
            </a:extLst>
          </p:cNvPr>
          <p:cNvCxnSpPr>
            <a:cxnSpLocks/>
            <a:stCxn id="276" idx="6"/>
            <a:endCxn id="281" idx="1"/>
          </p:cNvCxnSpPr>
          <p:nvPr/>
        </p:nvCxnSpPr>
        <p:spPr>
          <a:xfrm flipV="1">
            <a:off x="10942011" y="5052123"/>
            <a:ext cx="441685" cy="145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88667D6C-6DFD-5EA6-6BFC-688307AD4550}"/>
              </a:ext>
            </a:extLst>
          </p:cNvPr>
          <p:cNvGrpSpPr/>
          <p:nvPr/>
        </p:nvGrpSpPr>
        <p:grpSpPr>
          <a:xfrm>
            <a:off x="10028377" y="4001741"/>
            <a:ext cx="1415691" cy="1762721"/>
            <a:chOff x="2230892" y="1539378"/>
            <a:chExt cx="1039907" cy="2134907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95090E90-4A6B-1E50-BED7-11B39ADA4434}"/>
                </a:ext>
              </a:extLst>
            </p:cNvPr>
            <p:cNvSpPr txBox="1"/>
            <p:nvPr/>
          </p:nvSpPr>
          <p:spPr>
            <a:xfrm>
              <a:off x="2230892" y="1539378"/>
              <a:ext cx="1039907" cy="4596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50000"/>
                    </a:schemeClr>
                  </a:solidFill>
                </a:rPr>
                <a:t>mutation</a:t>
              </a:r>
            </a:p>
          </p:txBody>
        </p:sp>
        <p:sp>
          <p:nvSpPr>
            <p:cNvPr id="289" name="Rectangle: Rounded Corners 288">
              <a:extLst>
                <a:ext uri="{FF2B5EF4-FFF2-40B4-BE49-F238E27FC236}">
                  <a16:creationId xmlns:a16="http://schemas.microsoft.com/office/drawing/2014/main" id="{F7D5D80D-4EB6-D3F1-FA20-F425BC7A3187}"/>
                </a:ext>
              </a:extLst>
            </p:cNvPr>
            <p:cNvSpPr/>
            <p:nvPr/>
          </p:nvSpPr>
          <p:spPr>
            <a:xfrm>
              <a:off x="2362200" y="1597894"/>
              <a:ext cx="776608" cy="2076391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9B7A548-B8A7-75A4-122A-2D72CE82B616}"/>
              </a:ext>
            </a:extLst>
          </p:cNvPr>
          <p:cNvGrpSpPr/>
          <p:nvPr/>
        </p:nvGrpSpPr>
        <p:grpSpPr>
          <a:xfrm>
            <a:off x="8195626" y="3586508"/>
            <a:ext cx="3796349" cy="2268374"/>
            <a:chOff x="392845" y="464697"/>
            <a:chExt cx="5462280" cy="5913842"/>
          </a:xfrm>
        </p:grpSpPr>
        <p:sp>
          <p:nvSpPr>
            <p:cNvPr id="291" name="Rectangle: Rounded Corners 290">
              <a:extLst>
                <a:ext uri="{FF2B5EF4-FFF2-40B4-BE49-F238E27FC236}">
                  <a16:creationId xmlns:a16="http://schemas.microsoft.com/office/drawing/2014/main" id="{97545D78-A172-63B1-68F6-D2310FBF14B1}"/>
                </a:ext>
              </a:extLst>
            </p:cNvPr>
            <p:cNvSpPr/>
            <p:nvPr/>
          </p:nvSpPr>
          <p:spPr>
            <a:xfrm>
              <a:off x="392845" y="479461"/>
              <a:ext cx="5462280" cy="5899078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ED1F5E2D-1C50-5A19-3925-7DA0B742C7BC}"/>
                </a:ext>
              </a:extLst>
            </p:cNvPr>
            <p:cNvSpPr txBox="1"/>
            <p:nvPr/>
          </p:nvSpPr>
          <p:spPr>
            <a:xfrm>
              <a:off x="975026" y="464697"/>
              <a:ext cx="4211049" cy="1004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C00000"/>
                  </a:solidFill>
                </a:rPr>
                <a:t>DAG (5)</a:t>
              </a:r>
            </a:p>
          </p:txBody>
        </p:sp>
      </p:grp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3F376EF-AFB1-E01B-4D6E-3D4531E3B0B6}"/>
              </a:ext>
            </a:extLst>
          </p:cNvPr>
          <p:cNvSpPr/>
          <p:nvPr/>
        </p:nvSpPr>
        <p:spPr>
          <a:xfrm>
            <a:off x="9649190" y="4283325"/>
            <a:ext cx="379897" cy="446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2B3D1361-399F-4295-AC10-1CE6E1109DB8}"/>
              </a:ext>
            </a:extLst>
          </p:cNvPr>
          <p:cNvCxnSpPr>
            <a:cxnSpLocks/>
            <a:stCxn id="293" idx="3"/>
            <a:endCxn id="275" idx="2"/>
          </p:cNvCxnSpPr>
          <p:nvPr/>
        </p:nvCxnSpPr>
        <p:spPr>
          <a:xfrm>
            <a:off x="10029087" y="4506694"/>
            <a:ext cx="481933" cy="28167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C727BC79-7A31-8A68-C3DE-5A1BAD1EC5B1}"/>
              </a:ext>
            </a:extLst>
          </p:cNvPr>
          <p:cNvSpPr txBox="1"/>
          <p:nvPr/>
        </p:nvSpPr>
        <p:spPr>
          <a:xfrm>
            <a:off x="10084682" y="5170029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(10 tasks)</a:t>
            </a:r>
          </a:p>
          <a:p>
            <a:endParaRPr lang="en-US" sz="3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C84F6B-60F9-1F42-84B3-D6FAD43C6BE5}"/>
              </a:ext>
            </a:extLst>
          </p:cNvPr>
          <p:cNvGrpSpPr/>
          <p:nvPr/>
        </p:nvGrpSpPr>
        <p:grpSpPr>
          <a:xfrm>
            <a:off x="8769945" y="4327940"/>
            <a:ext cx="433450" cy="960431"/>
            <a:chOff x="2661401" y="2604643"/>
            <a:chExt cx="285510" cy="632628"/>
          </a:xfrm>
          <a:solidFill>
            <a:schemeClr val="bg2">
              <a:lumMod val="5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8318E5-3F9D-E975-A171-9EC2CFF9F903}"/>
                </a:ext>
              </a:extLst>
            </p:cNvPr>
            <p:cNvSpPr/>
            <p:nvPr/>
          </p:nvSpPr>
          <p:spPr>
            <a:xfrm>
              <a:off x="2661401" y="2604643"/>
              <a:ext cx="283277" cy="283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B3FE111-5C5A-52E8-D401-FD55B8AA8169}"/>
                </a:ext>
              </a:extLst>
            </p:cNvPr>
            <p:cNvSpPr/>
            <p:nvPr/>
          </p:nvSpPr>
          <p:spPr>
            <a:xfrm>
              <a:off x="2663634" y="2953995"/>
              <a:ext cx="283277" cy="283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58AB15-5772-B680-C0B8-F46301979ED2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9200005" y="4488342"/>
            <a:ext cx="457403" cy="5462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6C2BC5-9245-6A96-5555-B01008AA5652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9203395" y="4961493"/>
            <a:ext cx="454013" cy="111849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2FE8DB-172F-0E05-12D5-3CC58EA3015D}"/>
              </a:ext>
            </a:extLst>
          </p:cNvPr>
          <p:cNvGrpSpPr/>
          <p:nvPr/>
        </p:nvGrpSpPr>
        <p:grpSpPr>
          <a:xfrm>
            <a:off x="8095215" y="4004752"/>
            <a:ext cx="1798886" cy="1768363"/>
            <a:chOff x="2247218" y="2146929"/>
            <a:chExt cx="1039907" cy="214174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7CB436-9932-37BB-B151-579C49385E9C}"/>
                </a:ext>
              </a:extLst>
            </p:cNvPr>
            <p:cNvSpPr txBox="1"/>
            <p:nvPr/>
          </p:nvSpPr>
          <p:spPr>
            <a:xfrm>
              <a:off x="2247218" y="2146929"/>
              <a:ext cx="1039907" cy="12118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50000"/>
                    </a:schemeClr>
                  </a:solidFill>
                </a:rPr>
                <a:t>sift</a:t>
              </a:r>
            </a:p>
            <a:p>
              <a:endParaRPr lang="en-US" sz="3200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793CCCD-993A-2CFD-1320-B81D8464B380}"/>
                </a:ext>
              </a:extLst>
            </p:cNvPr>
            <p:cNvSpPr/>
            <p:nvPr/>
          </p:nvSpPr>
          <p:spPr>
            <a:xfrm>
              <a:off x="2502783" y="2185700"/>
              <a:ext cx="549828" cy="2102971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3DBDA1F-80B3-3684-4ACA-C574CA174DEA}"/>
              </a:ext>
            </a:extLst>
          </p:cNvPr>
          <p:cNvSpPr txBox="1"/>
          <p:nvPr/>
        </p:nvSpPr>
        <p:spPr>
          <a:xfrm>
            <a:off x="8350177" y="5220641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(10 tasks)</a:t>
            </a:r>
          </a:p>
          <a:p>
            <a:endParaRPr lang="en-US" sz="3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623026-5BEB-8ED7-D9EF-28D53F85159F}"/>
              </a:ext>
            </a:extLst>
          </p:cNvPr>
          <p:cNvSpPr/>
          <p:nvPr/>
        </p:nvSpPr>
        <p:spPr>
          <a:xfrm>
            <a:off x="5380063" y="4894703"/>
            <a:ext cx="379897" cy="40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D3BBB9-33B5-8CB3-E69A-F61198800866}"/>
              </a:ext>
            </a:extLst>
          </p:cNvPr>
          <p:cNvGrpSpPr/>
          <p:nvPr/>
        </p:nvGrpSpPr>
        <p:grpSpPr>
          <a:xfrm>
            <a:off x="4492600" y="4269336"/>
            <a:ext cx="433450" cy="960431"/>
            <a:chOff x="2661401" y="2604643"/>
            <a:chExt cx="285510" cy="63262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253A790-01D8-9B63-955E-F817DADB056D}"/>
                </a:ext>
              </a:extLst>
            </p:cNvPr>
            <p:cNvSpPr/>
            <p:nvPr/>
          </p:nvSpPr>
          <p:spPr>
            <a:xfrm>
              <a:off x="2661401" y="2604643"/>
              <a:ext cx="283277" cy="2832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2876589-8BC5-3415-4CA2-6949A17ED580}"/>
                </a:ext>
              </a:extLst>
            </p:cNvPr>
            <p:cNvSpPr/>
            <p:nvPr/>
          </p:nvSpPr>
          <p:spPr>
            <a:xfrm>
              <a:off x="2663634" y="2953995"/>
              <a:ext cx="283277" cy="2832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14D4F6-312F-48B4-402A-BBBD194E495F}"/>
              </a:ext>
            </a:extLst>
          </p:cNvPr>
          <p:cNvCxnSpPr>
            <a:cxnSpLocks/>
            <a:stCxn id="27" idx="6"/>
            <a:endCxn id="91" idx="1"/>
          </p:cNvCxnSpPr>
          <p:nvPr/>
        </p:nvCxnSpPr>
        <p:spPr>
          <a:xfrm>
            <a:off x="4922660" y="4484366"/>
            <a:ext cx="457403" cy="13981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E8CFB91-F75E-E36C-147F-20A44C3D4B09}"/>
              </a:ext>
            </a:extLst>
          </p:cNvPr>
          <p:cNvCxnSpPr>
            <a:cxnSpLocks/>
            <a:stCxn id="60" idx="6"/>
            <a:endCxn id="25" idx="1"/>
          </p:cNvCxnSpPr>
          <p:nvPr/>
        </p:nvCxnSpPr>
        <p:spPr>
          <a:xfrm>
            <a:off x="4926050" y="5014738"/>
            <a:ext cx="454013" cy="82589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FE49770A-9A10-A2E9-A7FD-3152DD9D314F}"/>
              </a:ext>
            </a:extLst>
          </p:cNvPr>
          <p:cNvSpPr/>
          <p:nvPr/>
        </p:nvSpPr>
        <p:spPr>
          <a:xfrm>
            <a:off x="5380063" y="4400807"/>
            <a:ext cx="379897" cy="446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663F760-6F29-158F-C5A5-27237400B1EF}"/>
              </a:ext>
            </a:extLst>
          </p:cNvPr>
          <p:cNvGrpSpPr/>
          <p:nvPr/>
        </p:nvGrpSpPr>
        <p:grpSpPr>
          <a:xfrm>
            <a:off x="3812735" y="3865174"/>
            <a:ext cx="1798886" cy="2403640"/>
            <a:chOff x="3696968" y="1254172"/>
            <a:chExt cx="1604716" cy="214419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B6B2190-B6D3-703A-5E4B-77A6EF59AA27}"/>
                </a:ext>
              </a:extLst>
            </p:cNvPr>
            <p:cNvGrpSpPr/>
            <p:nvPr/>
          </p:nvGrpSpPr>
          <p:grpSpPr>
            <a:xfrm>
              <a:off x="3696968" y="1254172"/>
              <a:ext cx="1604716" cy="1676084"/>
              <a:chOff x="2255162" y="2085280"/>
              <a:chExt cx="1039907" cy="2275605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117310E-3D79-2BF0-1403-269435CBC943}"/>
                  </a:ext>
                </a:extLst>
              </p:cNvPr>
              <p:cNvSpPr txBox="1"/>
              <p:nvPr/>
            </p:nvSpPr>
            <p:spPr>
              <a:xfrm>
                <a:off x="2255162" y="2085280"/>
                <a:ext cx="1039907" cy="1018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2"/>
                    </a:solidFill>
                  </a:rPr>
                  <a:t>merge</a:t>
                </a:r>
              </a:p>
              <a:p>
                <a:endParaRPr lang="en-US" sz="3200" dirty="0"/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4E1072F7-54D5-0F09-413C-533E6F08A7C9}"/>
                  </a:ext>
                </a:extLst>
              </p:cNvPr>
              <p:cNvSpPr/>
              <p:nvPr/>
            </p:nvSpPr>
            <p:spPr>
              <a:xfrm>
                <a:off x="2499223" y="2116030"/>
                <a:ext cx="523728" cy="2244855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B9BDE6B-F648-BB9D-858C-F2E8069812CA}"/>
                </a:ext>
              </a:extLst>
            </p:cNvPr>
            <p:cNvSpPr txBox="1"/>
            <p:nvPr/>
          </p:nvSpPr>
          <p:spPr>
            <a:xfrm>
              <a:off x="3897985" y="2437421"/>
              <a:ext cx="1177406" cy="960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…</a:t>
              </a:r>
            </a:p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(10 tasks)</a:t>
              </a:r>
            </a:p>
            <a:p>
              <a:endParaRPr lang="en-US" sz="32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88B7774-3087-9B54-2D52-A98F48AA3779}"/>
              </a:ext>
            </a:extLst>
          </p:cNvPr>
          <p:cNvGrpSpPr/>
          <p:nvPr/>
        </p:nvGrpSpPr>
        <p:grpSpPr>
          <a:xfrm>
            <a:off x="6412964" y="4364424"/>
            <a:ext cx="430991" cy="948398"/>
            <a:chOff x="6234952" y="1863964"/>
            <a:chExt cx="443753" cy="976481"/>
          </a:xfrm>
          <a:solidFill>
            <a:schemeClr val="accent2">
              <a:lumMod val="50000"/>
            </a:schemeClr>
          </a:solidFill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F4B9C47-2D39-EF93-2715-8836A13B969E}"/>
                </a:ext>
              </a:extLst>
            </p:cNvPr>
            <p:cNvSpPr/>
            <p:nvPr/>
          </p:nvSpPr>
          <p:spPr>
            <a:xfrm>
              <a:off x="6234952" y="1863964"/>
              <a:ext cx="443753" cy="443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D561BCD-6991-45CE-1500-393584307E96}"/>
                </a:ext>
              </a:extLst>
            </p:cNvPr>
            <p:cNvSpPr/>
            <p:nvPr/>
          </p:nvSpPr>
          <p:spPr>
            <a:xfrm>
              <a:off x="6234952" y="2396692"/>
              <a:ext cx="443753" cy="443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36B6FC8-8544-B0F6-FD99-76639CD4B2F8}"/>
              </a:ext>
            </a:extLst>
          </p:cNvPr>
          <p:cNvCxnSpPr>
            <a:cxnSpLocks/>
            <a:stCxn id="25" idx="3"/>
            <a:endCxn id="99" idx="2"/>
          </p:cNvCxnSpPr>
          <p:nvPr/>
        </p:nvCxnSpPr>
        <p:spPr>
          <a:xfrm>
            <a:off x="5759960" y="5097327"/>
            <a:ext cx="653004" cy="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11D5ED9-FD88-1E8A-C801-62F8FAB0B22A}"/>
              </a:ext>
            </a:extLst>
          </p:cNvPr>
          <p:cNvGrpSpPr/>
          <p:nvPr/>
        </p:nvGrpSpPr>
        <p:grpSpPr>
          <a:xfrm>
            <a:off x="7369881" y="4363132"/>
            <a:ext cx="334694" cy="914743"/>
            <a:chOff x="6724841" y="1876216"/>
            <a:chExt cx="363072" cy="99230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8E8C073-3AE1-E60E-2B55-5F5A90914D26}"/>
                </a:ext>
              </a:extLst>
            </p:cNvPr>
            <p:cNvSpPr/>
            <p:nvPr/>
          </p:nvSpPr>
          <p:spPr>
            <a:xfrm>
              <a:off x="6724841" y="1876216"/>
              <a:ext cx="363071" cy="4284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6BB7A8A-5F09-A847-B91E-10B258D9A3F3}"/>
                </a:ext>
              </a:extLst>
            </p:cNvPr>
            <p:cNvSpPr/>
            <p:nvPr/>
          </p:nvSpPr>
          <p:spPr>
            <a:xfrm>
              <a:off x="6724842" y="2472638"/>
              <a:ext cx="363071" cy="3958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7A24C1D-C503-F55E-8C8B-14E8ACCAD1CD}"/>
              </a:ext>
            </a:extLst>
          </p:cNvPr>
          <p:cNvCxnSpPr>
            <a:cxnSpLocks/>
            <a:stCxn id="98" idx="6"/>
            <a:endCxn id="107" idx="1"/>
          </p:cNvCxnSpPr>
          <p:nvPr/>
        </p:nvCxnSpPr>
        <p:spPr>
          <a:xfrm flipV="1">
            <a:off x="6843955" y="4560628"/>
            <a:ext cx="525926" cy="19292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5D45406-C54A-B8D1-0A94-AC9473B5C389}"/>
              </a:ext>
            </a:extLst>
          </p:cNvPr>
          <p:cNvCxnSpPr>
            <a:cxnSpLocks/>
            <a:stCxn id="99" idx="6"/>
            <a:endCxn id="108" idx="1"/>
          </p:cNvCxnSpPr>
          <p:nvPr/>
        </p:nvCxnSpPr>
        <p:spPr>
          <a:xfrm flipV="1">
            <a:off x="6843955" y="5095406"/>
            <a:ext cx="525927" cy="1921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5014535-01AB-951E-57A0-E6E82DBE10A7}"/>
              </a:ext>
            </a:extLst>
          </p:cNvPr>
          <p:cNvGrpSpPr/>
          <p:nvPr/>
        </p:nvGrpSpPr>
        <p:grpSpPr>
          <a:xfrm>
            <a:off x="5910709" y="4076449"/>
            <a:ext cx="1415691" cy="1714406"/>
            <a:chOff x="2237301" y="1597894"/>
            <a:chExt cx="1039907" cy="2076391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3EF459B-30FE-7D67-28C2-57B58E28E4F6}"/>
                </a:ext>
              </a:extLst>
            </p:cNvPr>
            <p:cNvSpPr txBox="1"/>
            <p:nvPr/>
          </p:nvSpPr>
          <p:spPr>
            <a:xfrm>
              <a:off x="2237301" y="1601835"/>
              <a:ext cx="1039907" cy="4596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>
                      <a:lumMod val="50000"/>
                    </a:schemeClr>
                  </a:solidFill>
                </a:rPr>
                <a:t>mutation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D9671BA3-8E04-CA98-67C1-CC3C4BFAF27B}"/>
                </a:ext>
              </a:extLst>
            </p:cNvPr>
            <p:cNvSpPr/>
            <p:nvPr/>
          </p:nvSpPr>
          <p:spPr>
            <a:xfrm>
              <a:off x="2362200" y="1597894"/>
              <a:ext cx="776608" cy="2076391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accent3"/>
                </a:solidFill>
              </a:endParaRPr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1F6D770-0B46-BC95-FF23-262BF677FE4C}"/>
              </a:ext>
            </a:extLst>
          </p:cNvPr>
          <p:cNvCxnSpPr>
            <a:cxnSpLocks/>
            <a:stCxn id="91" idx="3"/>
            <a:endCxn id="98" idx="2"/>
          </p:cNvCxnSpPr>
          <p:nvPr/>
        </p:nvCxnSpPr>
        <p:spPr>
          <a:xfrm flipV="1">
            <a:off x="5759960" y="4579920"/>
            <a:ext cx="653004" cy="44256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0E11F86-F232-AFE2-FB40-69E1171EA0DF}"/>
              </a:ext>
            </a:extLst>
          </p:cNvPr>
          <p:cNvSpPr txBox="1"/>
          <p:nvPr/>
        </p:nvSpPr>
        <p:spPr>
          <a:xfrm>
            <a:off x="5951540" y="5198732"/>
            <a:ext cx="1319872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  <a:p>
            <a:pPr algn="ctr"/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(10 tasks)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9838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80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Tang, Meng</dc:creator>
  <cp:lastModifiedBy>Meng Tang</cp:lastModifiedBy>
  <cp:revision>29</cp:revision>
  <dcterms:created xsi:type="dcterms:W3CDTF">2025-01-30T16:45:59Z</dcterms:created>
  <dcterms:modified xsi:type="dcterms:W3CDTF">2025-09-18T06:10:32Z</dcterms:modified>
</cp:coreProperties>
</file>